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eg" ContentType="image/jpeg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_rels/.rels" ContentType="application/vnd.openxmlformats-package.relationships+xml"/>
  <Override PartName="/ppt/presentation.xml" ContentType="application/vnd.openxmlformats-officedocument.presentationml.presentation.main+xml"/>
  <Override PartName="/ppt/presProps.xml" ContentType="application/vnd.openxmlformats-officedocument.presentationml.presProp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theme/theme5.xml" ContentType="application/vnd.openxmlformats-officedocument.theme+xml"/>
  <Override PartName="/ppt/theme/theme6.xml" ContentType="application/vnd.openxmlformats-officedocument.theme+xml"/>
  <Override PartName="/ppt/theme/theme7.xml" ContentType="application/vnd.openxmlformats-officedocument.theme+xml"/>
  <Override PartName="/ppt/theme/theme10.xml" ContentType="application/vnd.openxmlformats-officedocument.theme+xml"/>
  <Override PartName="/ppt/theme/theme8.xml" ContentType="application/vnd.openxmlformats-officedocument.theme+xml"/>
  <Override PartName="/ppt/theme/theme11.xml" ContentType="application/vnd.openxmlformats-officedocument.theme+xml"/>
  <Override PartName="/ppt/theme/theme9.xml" ContentType="application/vnd.openxmlformats-officedocument.theme+xml"/>
  <Override PartName="/ppt/slideMasters/_rels/slideMaster9.xml.rels" ContentType="application/vnd.openxmlformats-package.relationships+xml"/>
  <Override PartName="/ppt/slideMasters/_rels/slideMaster10.xml.rels" ContentType="application/vnd.openxmlformats-package.relationships+xml"/>
  <Override PartName="/ppt/slideMasters/_rels/slideMaster11.xml.rels" ContentType="application/vnd.openxmlformats-package.relationships+xml"/>
  <Override PartName="/ppt/slideMasters/_rels/slideMaster8.xml.rels" ContentType="application/vnd.openxmlformats-package.relationships+xml"/>
  <Override PartName="/ppt/slideMasters/_rels/slideMaster7.xml.rels" ContentType="application/vnd.openxmlformats-package.relationships+xml"/>
  <Override PartName="/ppt/slideMasters/_rels/slideMaster6.xml.rels" ContentType="application/vnd.openxmlformats-package.relationships+xml"/>
  <Override PartName="/ppt/slideMasters/_rels/slideMaster5.xml.rels" ContentType="application/vnd.openxmlformats-package.relationships+xml"/>
  <Override PartName="/ppt/slideMasters/_rels/slideMaster4.xml.rels" ContentType="application/vnd.openxmlformats-package.relationships+xml"/>
  <Override PartName="/ppt/slideMasters/_rels/slideMaster3.xml.rels" ContentType="application/vnd.openxmlformats-package.relationships+xml"/>
  <Override PartName="/ppt/slideMasters/_rels/slideMaster2.xml.rels" ContentType="application/vnd.openxmlformats-package.relationships+xml"/>
  <Override PartName="/ppt/slideMasters/_rels/slideMaster1.xml.rels" ContentType="application/vnd.openxmlformats-package.relationships+xml"/>
  <Override PartName="/ppt/slideMasters/slideMaster11.xml" ContentType="application/vnd.openxmlformats-officedocument.presentationml.slideMaster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Masters/slideMaster4.xml" ContentType="application/vnd.openxmlformats-officedocument.presentationml.slideMaster+xml"/>
  <Override PartName="/ppt/slideMasters/slideMaster5.xml" ContentType="application/vnd.openxmlformats-officedocument.presentationml.slideMaster+xml"/>
  <Override PartName="/ppt/slideMasters/slideMaster6.xml" ContentType="application/vnd.openxmlformats-officedocument.presentationml.slideMaster+xml"/>
  <Override PartName="/ppt/slideMasters/slideMaster10.xml" ContentType="application/vnd.openxmlformats-officedocument.presentationml.slideMaster+xml"/>
  <Override PartName="/ppt/slideMasters/slideMaster7.xml" ContentType="application/vnd.openxmlformats-officedocument.presentationml.slideMaster+xml"/>
  <Override PartName="/ppt/slideMasters/slideMaster8.xml" ContentType="application/vnd.openxmlformats-officedocument.presentationml.slideMaster+xml"/>
  <Override PartName="/ppt/slideMasters/slideMaster9.xml" ContentType="application/vnd.openxmlformats-officedocument.presentationml.slideMaster+xml"/>
  <Override PartName="/ppt/_rels/presentation.xml.rels" ContentType="application/vnd.openxmlformats-package.relationships+xml"/>
  <Override PartName="/ppt/media/image1.png" ContentType="image/png"/>
  <Override PartName="/ppt/media/image2.png" ContentType="image/png"/>
  <Override PartName="/ppt/media/image3.png" ContentType="image/png"/>
  <Override PartName="/ppt/media/image4.png" ContentType="image/png"/>
  <Override PartName="/ppt/slideLayouts/_rels/slideLayout2.xml.rels" ContentType="application/vnd.openxmlformats-package.relationships+xml"/>
  <Override PartName="/ppt/slideLayouts/_rels/slideLayout1.xml.rels" ContentType="application/vnd.openxmlformats-package.relationship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10.xml" ContentType="application/vnd.openxmlformats-officedocument.presentationml.slide+xml"/>
  <Override PartName="/ppt/slides/slide3.xml" ContentType="application/vnd.openxmlformats-officedocument.presentationml.slide+xml"/>
  <Override PartName="/ppt/slides/slide11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4.xml" ContentType="application/vnd.openxmlformats-officedocument.presentationml.slide+xml"/>
  <Override PartName="/ppt/slides/slide12.xml" ContentType="application/vnd.openxmlformats-officedocument.presentationml.slide+xml"/>
  <Override PartName="/ppt/slides/slide9.xml" ContentType="application/vnd.openxmlformats-officedocument.presentationml.slide+xml"/>
  <Override PartName="/ppt/slides/slide5.xml" ContentType="application/vnd.openxmlformats-officedocument.presentationml.slide+xml"/>
  <Override PartName="/ppt/slides/_rels/slide14.xml.rels" ContentType="application/vnd.openxmlformats-package.relationships+xml"/>
  <Override PartName="/ppt/slides/_rels/slide13.xml.rels" ContentType="application/vnd.openxmlformats-package.relationships+xml"/>
  <Override PartName="/ppt/slides/_rels/slide9.xml.rels" ContentType="application/vnd.openxmlformats-package.relationships+xml"/>
  <Override PartName="/ppt/slides/_rels/slide12.xml.rels" ContentType="application/vnd.openxmlformats-package.relationships+xml"/>
  <Override PartName="/ppt/slides/_rels/slide8.xml.rels" ContentType="application/vnd.openxmlformats-package.relationships+xml"/>
  <Override PartName="/ppt/slides/_rels/slide11.xml.rels" ContentType="application/vnd.openxmlformats-package.relationships+xml"/>
  <Override PartName="/ppt/slides/_rels/slide6.xml.rels" ContentType="application/vnd.openxmlformats-package.relationships+xml"/>
  <Override PartName="/ppt/slides/_rels/slide5.xml.rels" ContentType="application/vnd.openxmlformats-package.relationships+xml"/>
  <Override PartName="/ppt/slides/_rels/slide4.xml.rels" ContentType="application/vnd.openxmlformats-package.relationships+xml"/>
  <Override PartName="/ppt/slides/_rels/slide3.xml.rels" ContentType="application/vnd.openxmlformats-package.relationships+xml"/>
  <Override PartName="/ppt/slides/_rels/slide2.xml.rels" ContentType="application/vnd.openxmlformats-package.relationships+xml"/>
  <Override PartName="/ppt/slides/_rels/slide7.xml.rels" ContentType="application/vnd.openxmlformats-package.relationships+xml"/>
  <Override PartName="/ppt/slides/_rels/slide10.xml.rels" ContentType="application/vnd.openxmlformats-package.relationships+xml"/>
  <Override PartName="/ppt/slides/_rels/slide1.xml.rels" ContentType="application/vnd.openxmlformats-package.relationships+xml"/>
  <Override PartName="/ppt/slides/slide13.xml" ContentType="application/vnd.openxmlformats-officedocument.presentationml.slide+xml"/>
  <Override PartName="/ppt/slides/slide6.xml" ContentType="application/vnd.openxmlformats-officedocument.presentationml.slide+xml"/>
  <Override PartName="/ppt/slides/slide14.xml" ContentType="application/vnd.openxmlformats-officedocument.presentationml.slide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  <p:sldMasterId id="2147483650" r:id="rId3"/>
    <p:sldMasterId id="2147483651" r:id="rId4"/>
    <p:sldMasterId id="2147483652" r:id="rId5"/>
    <p:sldMasterId id="2147483654" r:id="rId6"/>
    <p:sldMasterId id="2147483655" r:id="rId7"/>
    <p:sldMasterId id="2147483656" r:id="rId8"/>
    <p:sldMasterId id="2147483657" r:id="rId9"/>
    <p:sldMasterId id="2147483658" r:id="rId10"/>
    <p:sldMasterId id="2147483659" r:id="rId11"/>
    <p:sldMasterId id="2147483660" r:id="rId12"/>
  </p:sldMasterIdLst>
  <p:sldIdLst>
    <p:sldId id="256" r:id="rId13"/>
    <p:sldId id="257" r:id="rId14"/>
    <p:sldId id="258" r:id="rId15"/>
    <p:sldId id="259" r:id="rId16"/>
    <p:sldId id="260" r:id="rId17"/>
    <p:sldId id="261" r:id="rId18"/>
    <p:sldId id="262" r:id="rId19"/>
    <p:sldId id="263" r:id="rId20"/>
    <p:sldId id="264" r:id="rId21"/>
    <p:sldId id="265" r:id="rId22"/>
    <p:sldId id="266" r:id="rId23"/>
    <p:sldId id="267" r:id="rId24"/>
    <p:sldId id="268" r:id="rId25"/>
    <p:sldId id="269" r:id="rId26"/>
  </p:sldIdLst>
  <p:sldSz cx="12192000" cy="6858000"/>
  <p:notesSz cx="6858000" cy="9144000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Master" Target="slideMasters/slideMaster2.xml"/><Relationship Id="rId4" Type="http://schemas.openxmlformats.org/officeDocument/2006/relationships/slideMaster" Target="slideMasters/slideMaster3.xml"/><Relationship Id="rId5" Type="http://schemas.openxmlformats.org/officeDocument/2006/relationships/slideMaster" Target="slideMasters/slideMaster4.xml"/><Relationship Id="rId6" Type="http://schemas.openxmlformats.org/officeDocument/2006/relationships/slideMaster" Target="slideMasters/slideMaster5.xml"/><Relationship Id="rId7" Type="http://schemas.openxmlformats.org/officeDocument/2006/relationships/slideMaster" Target="slideMasters/slideMaster6.xml"/><Relationship Id="rId8" Type="http://schemas.openxmlformats.org/officeDocument/2006/relationships/slideMaster" Target="slideMasters/slideMaster7.xml"/><Relationship Id="rId9" Type="http://schemas.openxmlformats.org/officeDocument/2006/relationships/slideMaster" Target="slideMasters/slideMaster8.xml"/><Relationship Id="rId10" Type="http://schemas.openxmlformats.org/officeDocument/2006/relationships/slideMaster" Target="slideMasters/slideMaster9.xml"/><Relationship Id="rId11" Type="http://schemas.openxmlformats.org/officeDocument/2006/relationships/slideMaster" Target="slideMasters/slideMaster10.xml"/><Relationship Id="rId12" Type="http://schemas.openxmlformats.org/officeDocument/2006/relationships/slideMaster" Target="slideMasters/slideMaster11.xml"/><Relationship Id="rId13" Type="http://schemas.openxmlformats.org/officeDocument/2006/relationships/slide" Target="slides/slide1.xml"/><Relationship Id="rId14" Type="http://schemas.openxmlformats.org/officeDocument/2006/relationships/slide" Target="slides/slide2.xml"/><Relationship Id="rId15" Type="http://schemas.openxmlformats.org/officeDocument/2006/relationships/slide" Target="slides/slide3.xml"/><Relationship Id="rId16" Type="http://schemas.openxmlformats.org/officeDocument/2006/relationships/slide" Target="slides/slide4.xml"/><Relationship Id="rId17" Type="http://schemas.openxmlformats.org/officeDocument/2006/relationships/slide" Target="slides/slide5.xml"/><Relationship Id="rId18" Type="http://schemas.openxmlformats.org/officeDocument/2006/relationships/slide" Target="slides/slide6.xml"/><Relationship Id="rId19" Type="http://schemas.openxmlformats.org/officeDocument/2006/relationships/slide" Target="slides/slide7.xml"/><Relationship Id="rId20" Type="http://schemas.openxmlformats.org/officeDocument/2006/relationships/slide" Target="slides/slide8.xml"/><Relationship Id="rId21" Type="http://schemas.openxmlformats.org/officeDocument/2006/relationships/slide" Target="slides/slide9.xml"/><Relationship Id="rId22" Type="http://schemas.openxmlformats.org/officeDocument/2006/relationships/slide" Target="slides/slide10.xml"/><Relationship Id="rId23" Type="http://schemas.openxmlformats.org/officeDocument/2006/relationships/slide" Target="slides/slide11.xml"/><Relationship Id="rId24" Type="http://schemas.openxmlformats.org/officeDocument/2006/relationships/slide" Target="slides/slide12.xml"/><Relationship Id="rId25" Type="http://schemas.openxmlformats.org/officeDocument/2006/relationships/slide" Target="slides/slide13.xml"/><Relationship Id="rId26" Type="http://schemas.openxmlformats.org/officeDocument/2006/relationships/slide" Target="slides/slide14.xml"/><Relationship Id="rId27" Type="http://schemas.openxmlformats.org/officeDocument/2006/relationships/presProps" Target="presProps.xml"/>
</Relationship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OBJEC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endParaRPr b="0" lang="en-IN" sz="14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7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IN" sz="14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68CE4DDF-BF7A-47AA-9465-9104B71C2679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1"/>
          </p:nvPr>
        </p:nvSpPr>
        <p:spPr/>
        <p:txBody>
          <a:bodyPr/>
          <a:p>
            <a:r>
              <a:rPr lang="en-IN"/>
              <a:t/>
            </a:r>
          </a:p>
        </p:txBody>
      </p:sp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1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12"/>
          </p:nvPr>
        </p:nvSpPr>
        <p:spPr/>
        <p:txBody>
          <a:bodyPr/>
          <a:p>
            <a:fld id="{6A75D31F-0156-4E19-B8F7-9A4C78D2277C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10"/>
          </p:nvPr>
        </p:nvSpPr>
        <p:spPr/>
        <p:txBody>
          <a:bodyPr/>
          <a:p>
            <a:r>
              <a:rPr lang="en-IN"/>
              <a:t/>
            </a: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image" Target="../media/image1.png"/><Relationship Id="rId3" Type="http://schemas.openxmlformats.org/officeDocument/2006/relationships/slideLayout" Target="../slideLayouts/slideLayout1.xml"/>
</Relationships>
</file>

<file path=ppt/slideMasters/_rels/slideMaster2.xml.rels><?xml version="1.0" encoding="UTF-8"?>
<Relationships xmlns="http://schemas.openxmlformats.org/package/2006/relationships"><Relationship Id="rId1" Type="http://schemas.openxmlformats.org/officeDocument/2006/relationships/theme" Target="../theme/theme2.xml"/><Relationship Id="rId2" Type="http://schemas.openxmlformats.org/officeDocument/2006/relationships/image" Target="../media/image1.png"/>
</Relationships>
</file>

<file path=ppt/slideMasters/_rels/slideMaster3.xml.rels><?xml version="1.0" encoding="UTF-8"?>
<Relationships xmlns="http://schemas.openxmlformats.org/package/2006/relationships"><Relationship Id="rId1" Type="http://schemas.openxmlformats.org/officeDocument/2006/relationships/theme" Target="../theme/theme3.xml"/><Relationship Id="rId2" Type="http://schemas.openxmlformats.org/officeDocument/2006/relationships/image" Target="../media/image1.png"/>
</Relationships>
</file>

<file path=ppt/slideMasters/_rels/slideMaster4.xml.rels><?xml version="1.0" encoding="UTF-8"?>
<Relationships xmlns="http://schemas.openxmlformats.org/package/2006/relationships"><Relationship Id="rId1" Type="http://schemas.openxmlformats.org/officeDocument/2006/relationships/theme" Target="../theme/theme4.xml"/><Relationship Id="rId2" Type="http://schemas.openxmlformats.org/officeDocument/2006/relationships/image" Target="../media/image1.png"/><Relationship Id="rId3" Type="http://schemas.openxmlformats.org/officeDocument/2006/relationships/slideLayout" Target="../slideLayouts/slideLayout2.xml"/>
</Relationships>
</file>

<file path=ppt/slideMasters/_rels/slideMaster5.xml.rels><?xml version="1.0" encoding="UTF-8"?>
<Relationships xmlns="http://schemas.openxmlformats.org/package/2006/relationships"><Relationship Id="rId1" Type="http://schemas.openxmlformats.org/officeDocument/2006/relationships/theme" Target="../theme/theme5.xml"/><Relationship Id="rId2" Type="http://schemas.openxmlformats.org/officeDocument/2006/relationships/image" Target="../media/image1.png"/>
</Relationships>
</file>

<file path=ppt/slideMasters/_rels/slideMaster6.xml.rels><?xml version="1.0" encoding="UTF-8"?>
<Relationships xmlns="http://schemas.openxmlformats.org/package/2006/relationships"><Relationship Id="rId1" Type="http://schemas.openxmlformats.org/officeDocument/2006/relationships/theme" Target="../theme/theme6.xml"/><Relationship Id="rId2" Type="http://schemas.openxmlformats.org/officeDocument/2006/relationships/image" Target="../media/image1.png"/>
</Relationships>
</file>

<file path=ppt/slideMasters/_rels/slideMaster7.xml.rels><?xml version="1.0" encoding="UTF-8"?>
<Relationships xmlns="http://schemas.openxmlformats.org/package/2006/relationships"><Relationship Id="rId1" Type="http://schemas.openxmlformats.org/officeDocument/2006/relationships/theme" Target="../theme/theme7.xml"/><Relationship Id="rId2" Type="http://schemas.openxmlformats.org/officeDocument/2006/relationships/image" Target="../media/image1.png"/>
</Relationships>
</file>

<file path=ppt/slideMasters/_rels/slideMaster8.xml.rels><?xml version="1.0" encoding="UTF-8"?>
<Relationships xmlns="http://schemas.openxmlformats.org/package/2006/relationships"><Relationship Id="rId1" Type="http://schemas.openxmlformats.org/officeDocument/2006/relationships/theme" Target="../theme/theme8.xml"/><Relationship Id="rId2" Type="http://schemas.openxmlformats.org/officeDocument/2006/relationships/image" Target="../media/image1.png"/>
</Relationships>
</file>

<file path=ppt/slideMasters/_rels/slideMaster9.xml.rels><?xml version="1.0" encoding="UTF-8"?>
<Relationships xmlns="http://schemas.openxmlformats.org/package/2006/relationships"><Relationship Id="rId1" Type="http://schemas.openxmlformats.org/officeDocument/2006/relationships/theme" Target="../theme/theme9.xml"/><Relationship Id="rId2" Type="http://schemas.openxmlformats.org/officeDocument/2006/relationships/image" Target="../media/image1.png"/>
</Relationships>
</file>

<file path=ppt/slideMasters/_rels/slideMaster10.xml.rels><?xml version="1.0" encoding="UTF-8"?>
<Relationships xmlns="http://schemas.openxmlformats.org/package/2006/relationships"><Relationship Id="rId1" Type="http://schemas.openxmlformats.org/officeDocument/2006/relationships/theme" Target="../theme/theme10.xml"/><Relationship Id="rId2" Type="http://schemas.openxmlformats.org/officeDocument/2006/relationships/image" Target="../media/image1.png"/>
</Relationships>
</file>

<file path=ppt/slideMasters/_rels/slideMaster11.xml.rels><?xml version="1.0" encoding="UTF-8"?>
<Relationships xmlns="http://schemas.openxmlformats.org/package/2006/relationships"><Relationship Id="rId1" Type="http://schemas.openxmlformats.org/officeDocument/2006/relationships/theme" Target="../theme/theme11.xml"/><Relationship Id="rId2" Type="http://schemas.openxmlformats.org/officeDocument/2006/relationships/image" Target="../media/image1.png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0" name="Google Shape;15;p12" descr=""/>
          <p:cNvPicPr/>
          <p:nvPr/>
        </p:nvPicPr>
        <p:blipFill>
          <a:blip r:embed="rId2"/>
          <a:stretch/>
        </p:blipFill>
        <p:spPr>
          <a:xfrm>
            <a:off x="36000" y="75960"/>
            <a:ext cx="820440" cy="939240"/>
          </a:xfrm>
          <a:prstGeom prst="rect">
            <a:avLst/>
          </a:prstGeom>
          <a:ln w="0">
            <a:noFill/>
          </a:ln>
        </p:spPr>
      </p:pic>
      <p:sp>
        <p:nvSpPr>
          <p:cNvPr id="1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5240" cy="1325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en-IN" sz="1400" strike="noStrike" u="none">
                <a:solidFill>
                  <a:srgbClr val="000000"/>
                </a:solidFill>
                <a:uFillTx/>
                <a:latin typeface="Arial"/>
              </a:rPr>
              <a:t>Click to edit the title text format</a:t>
            </a:r>
            <a:endParaRPr b="0" lang="en-IN" sz="14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2" name="PlaceHolder 2"/>
          <p:cNvSpPr>
            <a:spLocks noGrp="1"/>
          </p:cNvSpPr>
          <p:nvPr>
            <p:ph type="body"/>
          </p:nvPr>
        </p:nvSpPr>
        <p:spPr>
          <a:xfrm>
            <a:off x="838080" y="1825560"/>
            <a:ext cx="10515240" cy="4350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IN" sz="1400" strike="noStrike" u="none">
                <a:solidFill>
                  <a:srgbClr val="000000"/>
                </a:solidFill>
                <a:uFillTx/>
                <a:latin typeface="Arial"/>
              </a:rPr>
              <a:t>Click to edit the outline text format</a:t>
            </a:r>
            <a:endParaRPr b="0" lang="en-IN" sz="14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IN" sz="1400" strike="noStrike" u="none">
                <a:solidFill>
                  <a:srgbClr val="000000"/>
                </a:solidFill>
                <a:uFillTx/>
                <a:latin typeface="Arial"/>
              </a:rPr>
              <a:t>Second Outline Level</a:t>
            </a:r>
            <a:endParaRPr b="0" lang="en-IN" sz="14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IN" sz="1400" strike="noStrike" u="none">
                <a:solidFill>
                  <a:srgbClr val="000000"/>
                </a:solidFill>
                <a:uFillTx/>
                <a:latin typeface="Arial"/>
              </a:rPr>
              <a:t>Third Outline Level</a:t>
            </a:r>
            <a:endParaRPr b="0" lang="en-IN" sz="14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IN" sz="1400" strike="noStrike" u="none">
                <a:solidFill>
                  <a:srgbClr val="000000"/>
                </a:solidFill>
                <a:uFillTx/>
                <a:latin typeface="Arial"/>
              </a:rPr>
              <a:t>Fourth Outline Level</a:t>
            </a:r>
            <a:endParaRPr b="0" lang="en-IN" sz="14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IN" sz="2000" strike="noStrike" u="none">
                <a:solidFill>
                  <a:srgbClr val="000000"/>
                </a:solidFill>
                <a:uFillTx/>
                <a:latin typeface="Arial"/>
              </a:rPr>
              <a:t>Fifth Outline Level</a:t>
            </a:r>
            <a:endParaRPr b="0" lang="en-IN" sz="20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IN" sz="2000" strike="noStrike" u="none">
                <a:solidFill>
                  <a:srgbClr val="000000"/>
                </a:solidFill>
                <a:uFillTx/>
                <a:latin typeface="Arial"/>
              </a:rPr>
              <a:t>Sixth Outline Level</a:t>
            </a:r>
            <a:endParaRPr b="0" lang="en-IN" sz="20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IN" sz="2000" strike="noStrike" u="none">
                <a:solidFill>
                  <a:srgbClr val="000000"/>
                </a:solidFill>
                <a:uFillTx/>
                <a:latin typeface="Arial"/>
              </a:rPr>
              <a:t>Seventh Outline Level</a:t>
            </a:r>
            <a:endParaRPr b="0" lang="en-IN" sz="20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3" name="PlaceHolder 3"/>
          <p:cNvSpPr>
            <a:spLocks noGrp="1"/>
          </p:cNvSpPr>
          <p:nvPr>
            <p:ph type="dt" idx="1"/>
          </p:nvPr>
        </p:nvSpPr>
        <p:spPr>
          <a:xfrm>
            <a:off x="8380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>
              <a:buNone/>
              <a:defRPr b="0" lang="en-IN" sz="1400" strike="noStrike" u="none">
                <a:solidFill>
                  <a:srgbClr val="000000"/>
                </a:solidFill>
                <a:uFillTx/>
                <a:latin typeface="Times New Roman"/>
              </a:defRPr>
            </a:lvl1pPr>
          </a:lstStyle>
          <a:p>
            <a:pPr indent="0">
              <a:buNone/>
            </a:pPr>
            <a:r>
              <a:rPr b="0" lang="en-IN" sz="1400" strike="noStrike" u="none">
                <a:solidFill>
                  <a:srgbClr val="000000"/>
                </a:solidFill>
                <a:uFillTx/>
                <a:latin typeface="Times New Roman"/>
              </a:rPr>
              <a:t>&lt;date/time&gt;</a:t>
            </a:r>
            <a:endParaRPr b="0" lang="en-IN" sz="1400" strike="noStrike" u="none">
              <a:solidFill>
                <a:srgbClr val="000000"/>
              </a:solidFill>
              <a:uFillTx/>
              <a:latin typeface="Times New Roman"/>
            </a:endParaRPr>
          </a:p>
        </p:txBody>
      </p:sp>
      <p:sp>
        <p:nvSpPr>
          <p:cNvPr id="4" name="PlaceHolder 4"/>
          <p:cNvSpPr>
            <a:spLocks noGrp="1"/>
          </p:cNvSpPr>
          <p:nvPr>
            <p:ph type="ftr" idx="2"/>
          </p:nvPr>
        </p:nvSpPr>
        <p:spPr>
          <a:xfrm>
            <a:off x="4038480" y="6356520"/>
            <a:ext cx="411444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b="0" lang="en-IN" sz="1400" strike="noStrike" u="none">
                <a:solidFill>
                  <a:srgbClr val="000000"/>
                </a:solidFill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en-IN" sz="1400" strike="noStrike" u="none">
                <a:solidFill>
                  <a:srgbClr val="000000"/>
                </a:solidFill>
                <a:uFillTx/>
                <a:latin typeface="Times New Roman"/>
              </a:rPr>
              <a:t>&lt;footer&gt;</a:t>
            </a:r>
            <a:endParaRPr b="0" lang="en-IN" sz="1400" strike="noStrike" u="none">
              <a:solidFill>
                <a:srgbClr val="000000"/>
              </a:solidFill>
              <a:uFillTx/>
              <a:latin typeface="Times New Roman"/>
            </a:endParaRPr>
          </a:p>
        </p:txBody>
      </p:sp>
      <p:sp>
        <p:nvSpPr>
          <p:cNvPr id="5" name="PlaceHolder 5"/>
          <p:cNvSpPr>
            <a:spLocks noGrp="1"/>
          </p:cNvSpPr>
          <p:nvPr>
            <p:ph type="sldNum" idx="3"/>
          </p:nvPr>
        </p:nvSpPr>
        <p:spPr>
          <a:xfrm>
            <a:off x="86104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IN" sz="1200" strike="noStrike" u="none">
                <a:solidFill>
                  <a:srgbClr val="888888"/>
                </a:solidFill>
                <a:uFillTx/>
                <a:latin typeface="Calibri"/>
                <a:ea typeface="Calibri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15751C05-B01D-4938-B3E0-DDF41E395D40}" type="slidenum">
              <a:rPr b="0" lang="en-IN" sz="1200" strike="noStrike" u="none">
                <a:solidFill>
                  <a:srgbClr val="888888"/>
                </a:solidFill>
                <a:uFillTx/>
                <a:latin typeface="Calibri"/>
                <a:ea typeface="Calibri"/>
              </a:rPr>
              <a:t>&lt;number&gt;</a:t>
            </a:fld>
            <a:endParaRPr b="0" lang="en-IN" sz="1200" strike="noStrike" u="none">
              <a:solidFill>
                <a:srgbClr val="000000"/>
              </a:solidFill>
              <a:uFillTx/>
              <a:latin typeface="Times New Roman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3"/>
  </p:sldLayoutIdLst>
</p:sldMaster>
</file>

<file path=ppt/slideMasters/slideMaster2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Google Shape;15;p12" descr=""/>
          <p:cNvPicPr/>
          <p:nvPr/>
        </p:nvPicPr>
        <p:blipFill>
          <a:blip r:embed="rId2"/>
          <a:stretch/>
        </p:blipFill>
        <p:spPr>
          <a:xfrm>
            <a:off x="36000" y="75960"/>
            <a:ext cx="820440" cy="939240"/>
          </a:xfrm>
          <a:prstGeom prst="rect">
            <a:avLst/>
          </a:prstGeom>
          <a:ln w="0">
            <a:noFill/>
          </a:ln>
        </p:spPr>
      </p:pic>
      <p:sp>
        <p:nvSpPr>
          <p:cNvPr id="9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5240" cy="1325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en-IN" sz="1400" strike="noStrike" u="none">
                <a:solidFill>
                  <a:srgbClr val="000000"/>
                </a:solidFill>
                <a:uFillTx/>
                <a:latin typeface="Arial"/>
              </a:rPr>
              <a:t>Click to edit the title text format</a:t>
            </a:r>
            <a:endParaRPr b="0" lang="en-IN" sz="14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10" name="PlaceHolder 2"/>
          <p:cNvSpPr>
            <a:spLocks noGrp="1"/>
          </p:cNvSpPr>
          <p:nvPr>
            <p:ph type="body"/>
          </p:nvPr>
        </p:nvSpPr>
        <p:spPr>
          <a:xfrm rot="5400000">
            <a:off x="3920400" y="-1256400"/>
            <a:ext cx="4350960" cy="10515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IN" sz="1400" strike="noStrike" u="none">
                <a:solidFill>
                  <a:srgbClr val="000000"/>
                </a:solidFill>
                <a:uFillTx/>
                <a:latin typeface="Arial"/>
              </a:rPr>
              <a:t>Click to edit the outline text format</a:t>
            </a:r>
            <a:endParaRPr b="0" lang="en-IN" sz="14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IN" sz="1400" strike="noStrike" u="none">
                <a:solidFill>
                  <a:srgbClr val="000000"/>
                </a:solidFill>
                <a:uFillTx/>
                <a:latin typeface="Arial"/>
              </a:rPr>
              <a:t>Second Outline Level</a:t>
            </a:r>
            <a:endParaRPr b="0" lang="en-IN" sz="14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IN" sz="1400" strike="noStrike" u="none">
                <a:solidFill>
                  <a:srgbClr val="000000"/>
                </a:solidFill>
                <a:uFillTx/>
                <a:latin typeface="Arial"/>
              </a:rPr>
              <a:t>Third Outline Level</a:t>
            </a:r>
            <a:endParaRPr b="0" lang="en-IN" sz="14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IN" sz="1400" strike="noStrike" u="none">
                <a:solidFill>
                  <a:srgbClr val="000000"/>
                </a:solidFill>
                <a:uFillTx/>
                <a:latin typeface="Arial"/>
              </a:rPr>
              <a:t>Fourth Outline Level</a:t>
            </a:r>
            <a:endParaRPr b="0" lang="en-IN" sz="14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IN" sz="2000" strike="noStrike" u="none">
                <a:solidFill>
                  <a:srgbClr val="000000"/>
                </a:solidFill>
                <a:uFillTx/>
                <a:latin typeface="Arial"/>
              </a:rPr>
              <a:t>Fifth Outline Level</a:t>
            </a:r>
            <a:endParaRPr b="0" lang="en-IN" sz="20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IN" sz="2000" strike="noStrike" u="none">
                <a:solidFill>
                  <a:srgbClr val="000000"/>
                </a:solidFill>
                <a:uFillTx/>
                <a:latin typeface="Arial"/>
              </a:rPr>
              <a:t>Sixth Outline Level</a:t>
            </a:r>
            <a:endParaRPr b="0" lang="en-IN" sz="20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IN" sz="2000" strike="noStrike" u="none">
                <a:solidFill>
                  <a:srgbClr val="000000"/>
                </a:solidFill>
                <a:uFillTx/>
                <a:latin typeface="Arial"/>
              </a:rPr>
              <a:t>Seventh Outline Level</a:t>
            </a:r>
            <a:endParaRPr b="0" lang="en-IN" sz="20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11" name="PlaceHolder 3"/>
          <p:cNvSpPr>
            <a:spLocks noGrp="1"/>
          </p:cNvSpPr>
          <p:nvPr>
            <p:ph type="dt" idx="4"/>
          </p:nvPr>
        </p:nvSpPr>
        <p:spPr>
          <a:xfrm>
            <a:off x="8380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>
              <a:buNone/>
              <a:defRPr b="0" lang="en-IN" sz="1400" strike="noStrike" u="none">
                <a:solidFill>
                  <a:srgbClr val="000000"/>
                </a:solidFill>
                <a:uFillTx/>
                <a:latin typeface="Times New Roman"/>
              </a:defRPr>
            </a:lvl1pPr>
          </a:lstStyle>
          <a:p>
            <a:pPr indent="0">
              <a:buNone/>
            </a:pPr>
            <a:r>
              <a:rPr b="0" lang="en-IN" sz="1400" strike="noStrike" u="none">
                <a:solidFill>
                  <a:srgbClr val="000000"/>
                </a:solidFill>
                <a:uFillTx/>
                <a:latin typeface="Times New Roman"/>
              </a:rPr>
              <a:t>&lt;date/time&gt;</a:t>
            </a:r>
            <a:endParaRPr b="0" lang="en-IN" sz="1400" strike="noStrike" u="none">
              <a:solidFill>
                <a:srgbClr val="000000"/>
              </a:solidFill>
              <a:uFillTx/>
              <a:latin typeface="Times New Roman"/>
            </a:endParaRPr>
          </a:p>
        </p:txBody>
      </p:sp>
      <p:sp>
        <p:nvSpPr>
          <p:cNvPr id="12" name="PlaceHolder 4"/>
          <p:cNvSpPr>
            <a:spLocks noGrp="1"/>
          </p:cNvSpPr>
          <p:nvPr>
            <p:ph type="ftr" idx="5"/>
          </p:nvPr>
        </p:nvSpPr>
        <p:spPr>
          <a:xfrm>
            <a:off x="4038480" y="6356520"/>
            <a:ext cx="411444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b="0" lang="en-IN" sz="1400" strike="noStrike" u="none">
                <a:solidFill>
                  <a:srgbClr val="000000"/>
                </a:solidFill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en-IN" sz="1400" strike="noStrike" u="none">
                <a:solidFill>
                  <a:srgbClr val="000000"/>
                </a:solidFill>
                <a:uFillTx/>
                <a:latin typeface="Times New Roman"/>
              </a:rPr>
              <a:t>&lt;footer&gt;</a:t>
            </a:r>
            <a:endParaRPr b="0" lang="en-IN" sz="1400" strike="noStrike" u="none">
              <a:solidFill>
                <a:srgbClr val="000000"/>
              </a:solidFill>
              <a:uFillTx/>
              <a:latin typeface="Times New Roman"/>
            </a:endParaRPr>
          </a:p>
        </p:txBody>
      </p:sp>
      <p:sp>
        <p:nvSpPr>
          <p:cNvPr id="13" name="PlaceHolder 5"/>
          <p:cNvSpPr>
            <a:spLocks noGrp="1"/>
          </p:cNvSpPr>
          <p:nvPr>
            <p:ph type="sldNum" idx="6"/>
          </p:nvPr>
        </p:nvSpPr>
        <p:spPr>
          <a:xfrm>
            <a:off x="86104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IN" sz="1200" strike="noStrike" u="none">
                <a:solidFill>
                  <a:srgbClr val="888888"/>
                </a:solidFill>
                <a:uFillTx/>
                <a:latin typeface="Calibri"/>
                <a:ea typeface="Calibri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EBA7381B-2BD5-4761-80A7-844AC29B2049}" type="slidenum">
              <a:rPr b="0" lang="en-IN" sz="1200" strike="noStrike" u="none">
                <a:solidFill>
                  <a:srgbClr val="888888"/>
                </a:solidFill>
                <a:uFillTx/>
                <a:latin typeface="Calibri"/>
                <a:ea typeface="Calibri"/>
              </a:rPr>
              <a:t>&lt;number&gt;</a:t>
            </a:fld>
            <a:endParaRPr b="0" lang="en-IN" sz="1200" strike="noStrike" u="none">
              <a:solidFill>
                <a:srgbClr val="000000"/>
              </a:solidFill>
              <a:uFillTx/>
              <a:latin typeface="Times New Roman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/>
</p:sldMaster>
</file>

<file path=ppt/slideMasters/slideMaster3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Google Shape;15;p12" descr=""/>
          <p:cNvPicPr/>
          <p:nvPr/>
        </p:nvPicPr>
        <p:blipFill>
          <a:blip r:embed="rId2"/>
          <a:stretch/>
        </p:blipFill>
        <p:spPr>
          <a:xfrm>
            <a:off x="36000" y="75960"/>
            <a:ext cx="820440" cy="939240"/>
          </a:xfrm>
          <a:prstGeom prst="rect">
            <a:avLst/>
          </a:prstGeom>
          <a:ln w="0">
            <a:noFill/>
          </a:ln>
        </p:spPr>
      </p:pic>
      <p:sp>
        <p:nvSpPr>
          <p:cNvPr id="15" name="PlaceHolder 1"/>
          <p:cNvSpPr>
            <a:spLocks noGrp="1"/>
          </p:cNvSpPr>
          <p:nvPr>
            <p:ph type="title"/>
          </p:nvPr>
        </p:nvSpPr>
        <p:spPr>
          <a:xfrm rot="5400000">
            <a:off x="7133400" y="1956240"/>
            <a:ext cx="5811480" cy="2628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en-IN" sz="1400" strike="noStrike" u="none">
                <a:solidFill>
                  <a:srgbClr val="000000"/>
                </a:solidFill>
                <a:uFillTx/>
                <a:latin typeface="Arial"/>
              </a:rPr>
              <a:t>Click to edit the title text format</a:t>
            </a:r>
            <a:endParaRPr b="0" lang="en-IN" sz="14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16" name="PlaceHolder 2"/>
          <p:cNvSpPr>
            <a:spLocks noGrp="1"/>
          </p:cNvSpPr>
          <p:nvPr>
            <p:ph type="body"/>
          </p:nvPr>
        </p:nvSpPr>
        <p:spPr>
          <a:xfrm rot="5400000">
            <a:off x="1800000" y="-596160"/>
            <a:ext cx="5811480" cy="7733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IN" sz="1400" strike="noStrike" u="none">
                <a:solidFill>
                  <a:srgbClr val="000000"/>
                </a:solidFill>
                <a:uFillTx/>
                <a:latin typeface="Arial"/>
              </a:rPr>
              <a:t>Click to edit the outline text format</a:t>
            </a:r>
            <a:endParaRPr b="0" lang="en-IN" sz="14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IN" sz="1400" strike="noStrike" u="none">
                <a:solidFill>
                  <a:srgbClr val="000000"/>
                </a:solidFill>
                <a:uFillTx/>
                <a:latin typeface="Arial"/>
              </a:rPr>
              <a:t>Second Outline Level</a:t>
            </a:r>
            <a:endParaRPr b="0" lang="en-IN" sz="14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IN" sz="1400" strike="noStrike" u="none">
                <a:solidFill>
                  <a:srgbClr val="000000"/>
                </a:solidFill>
                <a:uFillTx/>
                <a:latin typeface="Arial"/>
              </a:rPr>
              <a:t>Third Outline Level</a:t>
            </a:r>
            <a:endParaRPr b="0" lang="en-IN" sz="14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IN" sz="1400" strike="noStrike" u="none">
                <a:solidFill>
                  <a:srgbClr val="000000"/>
                </a:solidFill>
                <a:uFillTx/>
                <a:latin typeface="Arial"/>
              </a:rPr>
              <a:t>Fourth Outline Level</a:t>
            </a:r>
            <a:endParaRPr b="0" lang="en-IN" sz="14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IN" sz="2000" strike="noStrike" u="none">
                <a:solidFill>
                  <a:srgbClr val="000000"/>
                </a:solidFill>
                <a:uFillTx/>
                <a:latin typeface="Arial"/>
              </a:rPr>
              <a:t>Fifth Outline Level</a:t>
            </a:r>
            <a:endParaRPr b="0" lang="en-IN" sz="20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IN" sz="2000" strike="noStrike" u="none">
                <a:solidFill>
                  <a:srgbClr val="000000"/>
                </a:solidFill>
                <a:uFillTx/>
                <a:latin typeface="Arial"/>
              </a:rPr>
              <a:t>Sixth Outline Level</a:t>
            </a:r>
            <a:endParaRPr b="0" lang="en-IN" sz="20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IN" sz="2000" strike="noStrike" u="none">
                <a:solidFill>
                  <a:srgbClr val="000000"/>
                </a:solidFill>
                <a:uFillTx/>
                <a:latin typeface="Arial"/>
              </a:rPr>
              <a:t>Seventh Outline Level</a:t>
            </a:r>
            <a:endParaRPr b="0" lang="en-IN" sz="20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17" name="PlaceHolder 3"/>
          <p:cNvSpPr>
            <a:spLocks noGrp="1"/>
          </p:cNvSpPr>
          <p:nvPr>
            <p:ph type="dt" idx="7"/>
          </p:nvPr>
        </p:nvSpPr>
        <p:spPr>
          <a:xfrm>
            <a:off x="8380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>
              <a:buNone/>
              <a:defRPr b="0" lang="en-IN" sz="1400" strike="noStrike" u="none">
                <a:solidFill>
                  <a:srgbClr val="000000"/>
                </a:solidFill>
                <a:uFillTx/>
                <a:latin typeface="Times New Roman"/>
              </a:defRPr>
            </a:lvl1pPr>
          </a:lstStyle>
          <a:p>
            <a:pPr indent="0">
              <a:buNone/>
            </a:pPr>
            <a:r>
              <a:rPr b="0" lang="en-IN" sz="1400" strike="noStrike" u="none">
                <a:solidFill>
                  <a:srgbClr val="000000"/>
                </a:solidFill>
                <a:uFillTx/>
                <a:latin typeface="Times New Roman"/>
              </a:rPr>
              <a:t>&lt;date/time&gt;</a:t>
            </a:r>
            <a:endParaRPr b="0" lang="en-IN" sz="1400" strike="noStrike" u="none">
              <a:solidFill>
                <a:srgbClr val="000000"/>
              </a:solidFill>
              <a:uFillTx/>
              <a:latin typeface="Times New Roman"/>
            </a:endParaRPr>
          </a:p>
        </p:txBody>
      </p:sp>
      <p:sp>
        <p:nvSpPr>
          <p:cNvPr id="18" name="PlaceHolder 4"/>
          <p:cNvSpPr>
            <a:spLocks noGrp="1"/>
          </p:cNvSpPr>
          <p:nvPr>
            <p:ph type="ftr" idx="8"/>
          </p:nvPr>
        </p:nvSpPr>
        <p:spPr>
          <a:xfrm>
            <a:off x="4038480" y="6356520"/>
            <a:ext cx="411444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b="0" lang="en-IN" sz="1400" strike="noStrike" u="none">
                <a:solidFill>
                  <a:srgbClr val="000000"/>
                </a:solidFill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en-IN" sz="1400" strike="noStrike" u="none">
                <a:solidFill>
                  <a:srgbClr val="000000"/>
                </a:solidFill>
                <a:uFillTx/>
                <a:latin typeface="Times New Roman"/>
              </a:rPr>
              <a:t>&lt;footer&gt;</a:t>
            </a:r>
            <a:endParaRPr b="0" lang="en-IN" sz="1400" strike="noStrike" u="none">
              <a:solidFill>
                <a:srgbClr val="000000"/>
              </a:solidFill>
              <a:uFillTx/>
              <a:latin typeface="Times New Roman"/>
            </a:endParaRPr>
          </a:p>
        </p:txBody>
      </p:sp>
      <p:sp>
        <p:nvSpPr>
          <p:cNvPr id="19" name="PlaceHolder 5"/>
          <p:cNvSpPr>
            <a:spLocks noGrp="1"/>
          </p:cNvSpPr>
          <p:nvPr>
            <p:ph type="sldNum" idx="9"/>
          </p:nvPr>
        </p:nvSpPr>
        <p:spPr>
          <a:xfrm>
            <a:off x="86104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IN" sz="1200" strike="noStrike" u="none">
                <a:solidFill>
                  <a:srgbClr val="888888"/>
                </a:solidFill>
                <a:uFillTx/>
                <a:latin typeface="Calibri"/>
                <a:ea typeface="Calibri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AD102FAB-8D5E-4AC0-8BC1-B9E3EED3B9FD}" type="slidenum">
              <a:rPr b="0" lang="en-IN" sz="1200" strike="noStrike" u="none">
                <a:solidFill>
                  <a:srgbClr val="888888"/>
                </a:solidFill>
                <a:uFillTx/>
                <a:latin typeface="Calibri"/>
                <a:ea typeface="Calibri"/>
              </a:rPr>
              <a:t>&lt;number&gt;</a:t>
            </a:fld>
            <a:endParaRPr b="0" lang="en-IN" sz="1200" strike="noStrike" u="none">
              <a:solidFill>
                <a:srgbClr val="000000"/>
              </a:solidFill>
              <a:uFillTx/>
              <a:latin typeface="Times New Roman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/>
</p:sldMaster>
</file>

<file path=ppt/slideMasters/slideMaster4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" name="Google Shape;15;p12" descr=""/>
          <p:cNvPicPr/>
          <p:nvPr/>
        </p:nvPicPr>
        <p:blipFill>
          <a:blip r:embed="rId2"/>
          <a:stretch/>
        </p:blipFill>
        <p:spPr>
          <a:xfrm>
            <a:off x="36000" y="75960"/>
            <a:ext cx="820440" cy="939240"/>
          </a:xfrm>
          <a:prstGeom prst="rect">
            <a:avLst/>
          </a:prstGeom>
          <a:ln w="0">
            <a:noFill/>
          </a:ln>
        </p:spPr>
      </p:pic>
      <p:sp>
        <p:nvSpPr>
          <p:cNvPr id="21" name="PlaceHolder 1"/>
          <p:cNvSpPr>
            <a:spLocks noGrp="1"/>
          </p:cNvSpPr>
          <p:nvPr>
            <p:ph type="dt" idx="10"/>
          </p:nvPr>
        </p:nvSpPr>
        <p:spPr>
          <a:xfrm>
            <a:off x="8380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>
              <a:buNone/>
              <a:defRPr b="0" lang="en-IN" sz="1400" strike="noStrike" u="none">
                <a:solidFill>
                  <a:srgbClr val="000000"/>
                </a:solidFill>
                <a:uFillTx/>
                <a:latin typeface="Times New Roman"/>
              </a:defRPr>
            </a:lvl1pPr>
          </a:lstStyle>
          <a:p>
            <a:pPr indent="0">
              <a:buNone/>
            </a:pPr>
            <a:r>
              <a:rPr b="0" lang="en-IN" sz="1400" strike="noStrike" u="none">
                <a:solidFill>
                  <a:srgbClr val="000000"/>
                </a:solidFill>
                <a:uFillTx/>
                <a:latin typeface="Times New Roman"/>
              </a:rPr>
              <a:t>&lt;date/time&gt;</a:t>
            </a:r>
            <a:endParaRPr b="0" lang="en-IN" sz="1400" strike="noStrike" u="none">
              <a:solidFill>
                <a:srgbClr val="000000"/>
              </a:solidFill>
              <a:uFillTx/>
              <a:latin typeface="Times New Roman"/>
            </a:endParaRPr>
          </a:p>
        </p:txBody>
      </p:sp>
      <p:sp>
        <p:nvSpPr>
          <p:cNvPr id="22" name="PlaceHolder 2"/>
          <p:cNvSpPr>
            <a:spLocks noGrp="1"/>
          </p:cNvSpPr>
          <p:nvPr>
            <p:ph type="ftr" idx="11"/>
          </p:nvPr>
        </p:nvSpPr>
        <p:spPr>
          <a:xfrm>
            <a:off x="4038480" y="6356520"/>
            <a:ext cx="411444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b="0" lang="en-IN" sz="1400" strike="noStrike" u="none">
                <a:solidFill>
                  <a:srgbClr val="000000"/>
                </a:solidFill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en-IN" sz="1400" strike="noStrike" u="none">
                <a:solidFill>
                  <a:srgbClr val="000000"/>
                </a:solidFill>
                <a:uFillTx/>
                <a:latin typeface="Times New Roman"/>
              </a:rPr>
              <a:t>&lt;footer&gt;</a:t>
            </a:r>
            <a:endParaRPr b="0" lang="en-IN" sz="1400" strike="noStrike" u="none">
              <a:solidFill>
                <a:srgbClr val="000000"/>
              </a:solidFill>
              <a:uFillTx/>
              <a:latin typeface="Times New Roman"/>
            </a:endParaRPr>
          </a:p>
        </p:txBody>
      </p:sp>
      <p:sp>
        <p:nvSpPr>
          <p:cNvPr id="23" name="PlaceHolder 3"/>
          <p:cNvSpPr>
            <a:spLocks noGrp="1"/>
          </p:cNvSpPr>
          <p:nvPr>
            <p:ph type="sldNum" idx="12"/>
          </p:nvPr>
        </p:nvSpPr>
        <p:spPr>
          <a:xfrm>
            <a:off x="86104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IN" sz="1200" strike="noStrike" u="none">
                <a:solidFill>
                  <a:srgbClr val="888888"/>
                </a:solidFill>
                <a:uFillTx/>
                <a:latin typeface="Calibri"/>
                <a:ea typeface="Calibri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2070EC22-A0DB-49A7-A0EA-6AA9C08CA61F}" type="slidenum">
              <a:rPr b="0" lang="en-IN" sz="1200" strike="noStrike" u="none">
                <a:solidFill>
                  <a:srgbClr val="888888"/>
                </a:solidFill>
                <a:uFillTx/>
                <a:latin typeface="Calibri"/>
                <a:ea typeface="Calibri"/>
              </a:rPr>
              <a:t>&lt;number&gt;</a:t>
            </a:fld>
            <a:endParaRPr b="0" lang="en-IN" sz="1200" strike="noStrike" u="none">
              <a:solidFill>
                <a:srgbClr val="000000"/>
              </a:solidFill>
              <a:uFillTx/>
              <a:latin typeface="Times New Roman"/>
            </a:endParaRPr>
          </a:p>
        </p:txBody>
      </p:sp>
      <p:sp>
        <p:nvSpPr>
          <p:cNvPr id="24" name="PlaceHolder 4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en-IN" sz="1400" strike="noStrike" u="none">
                <a:solidFill>
                  <a:srgbClr val="000000"/>
                </a:solidFill>
                <a:uFillTx/>
                <a:latin typeface="Arial"/>
              </a:rPr>
              <a:t>Click to edit the title text format</a:t>
            </a:r>
            <a:endParaRPr b="0" lang="en-IN" sz="14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25" name="PlaceHolder 5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IN" sz="1400" strike="noStrike" u="none">
                <a:solidFill>
                  <a:srgbClr val="000000"/>
                </a:solidFill>
                <a:uFillTx/>
                <a:latin typeface="Arial"/>
              </a:rPr>
              <a:t>Click to edit the outline text format</a:t>
            </a:r>
            <a:endParaRPr b="0" lang="en-IN" sz="14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IN" sz="1400" strike="noStrike" u="none">
                <a:solidFill>
                  <a:srgbClr val="000000"/>
                </a:solidFill>
                <a:uFillTx/>
                <a:latin typeface="Arial"/>
              </a:rPr>
              <a:t>Second Outline Level</a:t>
            </a:r>
            <a:endParaRPr b="0" lang="en-IN" sz="14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IN" sz="1400" strike="noStrike" u="none">
                <a:solidFill>
                  <a:srgbClr val="000000"/>
                </a:solidFill>
                <a:uFillTx/>
                <a:latin typeface="Arial"/>
              </a:rPr>
              <a:t>Third Outline Level</a:t>
            </a:r>
            <a:endParaRPr b="0" lang="en-IN" sz="14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IN" sz="1400" strike="noStrike" u="none">
                <a:solidFill>
                  <a:srgbClr val="000000"/>
                </a:solidFill>
                <a:uFillTx/>
                <a:latin typeface="Arial"/>
              </a:rPr>
              <a:t>Fourth Outline Level</a:t>
            </a:r>
            <a:endParaRPr b="0" lang="en-IN" sz="14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IN" sz="2000" strike="noStrike" u="none">
                <a:solidFill>
                  <a:srgbClr val="000000"/>
                </a:solidFill>
                <a:uFillTx/>
                <a:latin typeface="Arial"/>
              </a:rPr>
              <a:t>Fifth Outline Level</a:t>
            </a:r>
            <a:endParaRPr b="0" lang="en-IN" sz="20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IN" sz="2000" strike="noStrike" u="none">
                <a:solidFill>
                  <a:srgbClr val="000000"/>
                </a:solidFill>
                <a:uFillTx/>
                <a:latin typeface="Arial"/>
              </a:rPr>
              <a:t>Sixth Outline Level</a:t>
            </a:r>
            <a:endParaRPr b="0" lang="en-IN" sz="20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IN" sz="2000" strike="noStrike" u="none">
                <a:solidFill>
                  <a:srgbClr val="000000"/>
                </a:solidFill>
                <a:uFillTx/>
                <a:latin typeface="Arial"/>
              </a:rPr>
              <a:t>Seventh Outline Level</a:t>
            </a:r>
            <a:endParaRPr b="0" lang="en-IN" sz="20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53" r:id="rId3"/>
  </p:sldLayoutIdLst>
</p:sldMaster>
</file>

<file path=ppt/slideMasters/slideMaster5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6" name="Google Shape;15;p12" descr=""/>
          <p:cNvPicPr/>
          <p:nvPr/>
        </p:nvPicPr>
        <p:blipFill>
          <a:blip r:embed="rId2"/>
          <a:stretch/>
        </p:blipFill>
        <p:spPr>
          <a:xfrm>
            <a:off x="36000" y="75960"/>
            <a:ext cx="820440" cy="939240"/>
          </a:xfrm>
          <a:prstGeom prst="rect">
            <a:avLst/>
          </a:prstGeom>
          <a:ln w="0">
            <a:noFill/>
          </a:ln>
        </p:spPr>
      </p:pic>
      <p:sp>
        <p:nvSpPr>
          <p:cNvPr id="27" name="PlaceHolder 1"/>
          <p:cNvSpPr>
            <a:spLocks noGrp="1"/>
          </p:cNvSpPr>
          <p:nvPr>
            <p:ph type="title"/>
          </p:nvPr>
        </p:nvSpPr>
        <p:spPr>
          <a:xfrm>
            <a:off x="1523880" y="1122480"/>
            <a:ext cx="9143640" cy="2387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en-IN" sz="1400" strike="noStrike" u="none">
                <a:solidFill>
                  <a:srgbClr val="000000"/>
                </a:solidFill>
                <a:uFillTx/>
                <a:latin typeface="Arial"/>
              </a:rPr>
              <a:t>Click to edit the title text format</a:t>
            </a:r>
            <a:endParaRPr b="0" lang="en-IN" sz="14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28" name="PlaceHolder 2"/>
          <p:cNvSpPr>
            <a:spLocks noGrp="1"/>
          </p:cNvSpPr>
          <p:nvPr>
            <p:ph type="dt" idx="13"/>
          </p:nvPr>
        </p:nvSpPr>
        <p:spPr>
          <a:xfrm>
            <a:off x="8380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>
              <a:buNone/>
              <a:defRPr b="0" lang="en-IN" sz="1400" strike="noStrike" u="none">
                <a:solidFill>
                  <a:srgbClr val="000000"/>
                </a:solidFill>
                <a:uFillTx/>
                <a:latin typeface="Times New Roman"/>
              </a:defRPr>
            </a:lvl1pPr>
          </a:lstStyle>
          <a:p>
            <a:pPr indent="0">
              <a:buNone/>
            </a:pPr>
            <a:r>
              <a:rPr b="0" lang="en-IN" sz="1400" strike="noStrike" u="none">
                <a:solidFill>
                  <a:srgbClr val="000000"/>
                </a:solidFill>
                <a:uFillTx/>
                <a:latin typeface="Times New Roman"/>
              </a:rPr>
              <a:t>&lt;date/time&gt;</a:t>
            </a:r>
            <a:endParaRPr b="0" lang="en-IN" sz="1400" strike="noStrike" u="none">
              <a:solidFill>
                <a:srgbClr val="000000"/>
              </a:solidFill>
              <a:uFillTx/>
              <a:latin typeface="Times New Roman"/>
            </a:endParaRPr>
          </a:p>
        </p:txBody>
      </p:sp>
      <p:sp>
        <p:nvSpPr>
          <p:cNvPr id="29" name="PlaceHolder 3"/>
          <p:cNvSpPr>
            <a:spLocks noGrp="1"/>
          </p:cNvSpPr>
          <p:nvPr>
            <p:ph type="ftr" idx="14"/>
          </p:nvPr>
        </p:nvSpPr>
        <p:spPr>
          <a:xfrm>
            <a:off x="4038480" y="6356520"/>
            <a:ext cx="411444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b="0" lang="en-IN" sz="1400" strike="noStrike" u="none">
                <a:solidFill>
                  <a:srgbClr val="000000"/>
                </a:solidFill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en-IN" sz="1400" strike="noStrike" u="none">
                <a:solidFill>
                  <a:srgbClr val="000000"/>
                </a:solidFill>
                <a:uFillTx/>
                <a:latin typeface="Times New Roman"/>
              </a:rPr>
              <a:t>&lt;footer&gt;</a:t>
            </a:r>
            <a:endParaRPr b="0" lang="en-IN" sz="1400" strike="noStrike" u="none">
              <a:solidFill>
                <a:srgbClr val="000000"/>
              </a:solidFill>
              <a:uFillTx/>
              <a:latin typeface="Times New Roman"/>
            </a:endParaRPr>
          </a:p>
        </p:txBody>
      </p:sp>
      <p:sp>
        <p:nvSpPr>
          <p:cNvPr id="30" name="PlaceHolder 4"/>
          <p:cNvSpPr>
            <a:spLocks noGrp="1"/>
          </p:cNvSpPr>
          <p:nvPr>
            <p:ph type="sldNum" idx="15"/>
          </p:nvPr>
        </p:nvSpPr>
        <p:spPr>
          <a:xfrm>
            <a:off x="86104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IN" sz="1200" strike="noStrike" u="none">
                <a:solidFill>
                  <a:srgbClr val="888888"/>
                </a:solidFill>
                <a:uFillTx/>
                <a:latin typeface="Calibri"/>
                <a:ea typeface="Calibri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56B37C39-0FB3-4DD6-AA92-558095E9DF40}" type="slidenum">
              <a:rPr b="0" lang="en-IN" sz="1200" strike="noStrike" u="none">
                <a:solidFill>
                  <a:srgbClr val="888888"/>
                </a:solidFill>
                <a:uFillTx/>
                <a:latin typeface="Calibri"/>
                <a:ea typeface="Calibri"/>
              </a:rPr>
              <a:t>&lt;number&gt;</a:t>
            </a:fld>
            <a:endParaRPr b="0" lang="en-IN" sz="1200" strike="noStrike" u="none">
              <a:solidFill>
                <a:srgbClr val="000000"/>
              </a:solidFill>
              <a:uFillTx/>
              <a:latin typeface="Times New Roman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/>
</p:sldMaster>
</file>

<file path=ppt/slideMasters/slideMaster6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1" name="Google Shape;15;p12" descr=""/>
          <p:cNvPicPr/>
          <p:nvPr/>
        </p:nvPicPr>
        <p:blipFill>
          <a:blip r:embed="rId2"/>
          <a:stretch/>
        </p:blipFill>
        <p:spPr>
          <a:xfrm>
            <a:off x="36000" y="75960"/>
            <a:ext cx="820440" cy="939240"/>
          </a:xfrm>
          <a:prstGeom prst="rect">
            <a:avLst/>
          </a:prstGeom>
          <a:ln w="0">
            <a:noFill/>
          </a:ln>
        </p:spPr>
      </p:pic>
      <p:sp>
        <p:nvSpPr>
          <p:cNvPr id="32" name="PlaceHolder 1"/>
          <p:cNvSpPr>
            <a:spLocks noGrp="1"/>
          </p:cNvSpPr>
          <p:nvPr>
            <p:ph type="title"/>
          </p:nvPr>
        </p:nvSpPr>
        <p:spPr>
          <a:xfrm>
            <a:off x="831960" y="1709640"/>
            <a:ext cx="10515240" cy="2852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en-IN" sz="1400" strike="noStrike" u="none">
                <a:solidFill>
                  <a:srgbClr val="000000"/>
                </a:solidFill>
                <a:uFillTx/>
                <a:latin typeface="Arial"/>
              </a:rPr>
              <a:t>Click to edit the title text format</a:t>
            </a:r>
            <a:endParaRPr b="0" lang="en-IN" sz="14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33" name="PlaceHolder 2"/>
          <p:cNvSpPr>
            <a:spLocks noGrp="1"/>
          </p:cNvSpPr>
          <p:nvPr>
            <p:ph type="body"/>
          </p:nvPr>
        </p:nvSpPr>
        <p:spPr>
          <a:xfrm>
            <a:off x="831960" y="4589640"/>
            <a:ext cx="10515240" cy="1499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85000" lnSpcReduction="19999"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IN" sz="1400" strike="noStrike" u="none">
                <a:solidFill>
                  <a:srgbClr val="000000"/>
                </a:solidFill>
                <a:uFillTx/>
                <a:latin typeface="Arial"/>
              </a:rPr>
              <a:t>Click to edit the outline text format</a:t>
            </a:r>
            <a:endParaRPr b="0" lang="en-IN" sz="14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IN" sz="1400" strike="noStrike" u="none">
                <a:solidFill>
                  <a:srgbClr val="000000"/>
                </a:solidFill>
                <a:uFillTx/>
                <a:latin typeface="Arial"/>
              </a:rPr>
              <a:t>Second Outline Level</a:t>
            </a:r>
            <a:endParaRPr b="0" lang="en-IN" sz="14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IN" sz="1400" strike="noStrike" u="none">
                <a:solidFill>
                  <a:srgbClr val="000000"/>
                </a:solidFill>
                <a:uFillTx/>
                <a:latin typeface="Arial"/>
              </a:rPr>
              <a:t>Third Outline Level</a:t>
            </a:r>
            <a:endParaRPr b="0" lang="en-IN" sz="14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IN" sz="1400" strike="noStrike" u="none">
                <a:solidFill>
                  <a:srgbClr val="000000"/>
                </a:solidFill>
                <a:uFillTx/>
                <a:latin typeface="Arial"/>
              </a:rPr>
              <a:t>Fourth Outline Level</a:t>
            </a:r>
            <a:endParaRPr b="0" lang="en-IN" sz="14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IN" sz="2000" strike="noStrike" u="none">
                <a:solidFill>
                  <a:srgbClr val="000000"/>
                </a:solidFill>
                <a:uFillTx/>
                <a:latin typeface="Arial"/>
              </a:rPr>
              <a:t>Fifth Outline Level</a:t>
            </a:r>
            <a:endParaRPr b="0" lang="en-IN" sz="20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IN" sz="2000" strike="noStrike" u="none">
                <a:solidFill>
                  <a:srgbClr val="000000"/>
                </a:solidFill>
                <a:uFillTx/>
                <a:latin typeface="Arial"/>
              </a:rPr>
              <a:t>Sixth Outline Level</a:t>
            </a:r>
            <a:endParaRPr b="0" lang="en-IN" sz="20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IN" sz="2000" strike="noStrike" u="none">
                <a:solidFill>
                  <a:srgbClr val="000000"/>
                </a:solidFill>
                <a:uFillTx/>
                <a:latin typeface="Arial"/>
              </a:rPr>
              <a:t>Seventh Outline Level</a:t>
            </a:r>
            <a:endParaRPr b="0" lang="en-IN" sz="20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34" name="PlaceHolder 3"/>
          <p:cNvSpPr>
            <a:spLocks noGrp="1"/>
          </p:cNvSpPr>
          <p:nvPr>
            <p:ph type="dt" idx="16"/>
          </p:nvPr>
        </p:nvSpPr>
        <p:spPr>
          <a:xfrm>
            <a:off x="8380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>
              <a:buNone/>
              <a:defRPr b="0" lang="en-IN" sz="1400" strike="noStrike" u="none">
                <a:solidFill>
                  <a:srgbClr val="000000"/>
                </a:solidFill>
                <a:uFillTx/>
                <a:latin typeface="Times New Roman"/>
              </a:defRPr>
            </a:lvl1pPr>
          </a:lstStyle>
          <a:p>
            <a:pPr indent="0">
              <a:buNone/>
            </a:pPr>
            <a:r>
              <a:rPr b="0" lang="en-IN" sz="1400" strike="noStrike" u="none">
                <a:solidFill>
                  <a:srgbClr val="000000"/>
                </a:solidFill>
                <a:uFillTx/>
                <a:latin typeface="Times New Roman"/>
              </a:rPr>
              <a:t>&lt;date/time&gt;</a:t>
            </a:r>
            <a:endParaRPr b="0" lang="en-IN" sz="1400" strike="noStrike" u="none">
              <a:solidFill>
                <a:srgbClr val="000000"/>
              </a:solidFill>
              <a:uFillTx/>
              <a:latin typeface="Times New Roman"/>
            </a:endParaRPr>
          </a:p>
        </p:txBody>
      </p:sp>
      <p:sp>
        <p:nvSpPr>
          <p:cNvPr id="35" name="PlaceHolder 4"/>
          <p:cNvSpPr>
            <a:spLocks noGrp="1"/>
          </p:cNvSpPr>
          <p:nvPr>
            <p:ph type="ftr" idx="17"/>
          </p:nvPr>
        </p:nvSpPr>
        <p:spPr>
          <a:xfrm>
            <a:off x="4038480" y="6356520"/>
            <a:ext cx="411444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b="0" lang="en-IN" sz="1400" strike="noStrike" u="none">
                <a:solidFill>
                  <a:srgbClr val="000000"/>
                </a:solidFill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en-IN" sz="1400" strike="noStrike" u="none">
                <a:solidFill>
                  <a:srgbClr val="000000"/>
                </a:solidFill>
                <a:uFillTx/>
                <a:latin typeface="Times New Roman"/>
              </a:rPr>
              <a:t>&lt;footer&gt;</a:t>
            </a:r>
            <a:endParaRPr b="0" lang="en-IN" sz="1400" strike="noStrike" u="none">
              <a:solidFill>
                <a:srgbClr val="000000"/>
              </a:solidFill>
              <a:uFillTx/>
              <a:latin typeface="Times New Roman"/>
            </a:endParaRPr>
          </a:p>
        </p:txBody>
      </p:sp>
      <p:sp>
        <p:nvSpPr>
          <p:cNvPr id="36" name="PlaceHolder 5"/>
          <p:cNvSpPr>
            <a:spLocks noGrp="1"/>
          </p:cNvSpPr>
          <p:nvPr>
            <p:ph type="sldNum" idx="18"/>
          </p:nvPr>
        </p:nvSpPr>
        <p:spPr>
          <a:xfrm>
            <a:off x="86104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IN" sz="1200" strike="noStrike" u="none">
                <a:solidFill>
                  <a:srgbClr val="888888"/>
                </a:solidFill>
                <a:uFillTx/>
                <a:latin typeface="Calibri"/>
                <a:ea typeface="Calibri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322404E7-F182-4DBC-A85A-847D269E51F4}" type="slidenum">
              <a:rPr b="0" lang="en-IN" sz="1200" strike="noStrike" u="none">
                <a:solidFill>
                  <a:srgbClr val="888888"/>
                </a:solidFill>
                <a:uFillTx/>
                <a:latin typeface="Calibri"/>
                <a:ea typeface="Calibri"/>
              </a:rPr>
              <a:t>&lt;number&gt;</a:t>
            </a:fld>
            <a:endParaRPr b="0" lang="en-IN" sz="1200" strike="noStrike" u="none">
              <a:solidFill>
                <a:srgbClr val="000000"/>
              </a:solidFill>
              <a:uFillTx/>
              <a:latin typeface="Times New Roman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/>
</p:sldMaster>
</file>

<file path=ppt/slideMasters/slideMaster7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7" name="Google Shape;15;p12" descr=""/>
          <p:cNvPicPr/>
          <p:nvPr/>
        </p:nvPicPr>
        <p:blipFill>
          <a:blip r:embed="rId2"/>
          <a:stretch/>
        </p:blipFill>
        <p:spPr>
          <a:xfrm>
            <a:off x="36000" y="75960"/>
            <a:ext cx="820440" cy="939240"/>
          </a:xfrm>
          <a:prstGeom prst="rect">
            <a:avLst/>
          </a:prstGeom>
          <a:ln w="0">
            <a:noFill/>
          </a:ln>
        </p:spPr>
      </p:pic>
      <p:sp>
        <p:nvSpPr>
          <p:cNvPr id="38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5240" cy="1325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en-IN" sz="1400" strike="noStrike" u="none">
                <a:solidFill>
                  <a:srgbClr val="000000"/>
                </a:solidFill>
                <a:uFillTx/>
                <a:latin typeface="Arial"/>
              </a:rPr>
              <a:t>Click to edit the title text format</a:t>
            </a:r>
            <a:endParaRPr b="0" lang="en-IN" sz="14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39" name="PlaceHolder 2"/>
          <p:cNvSpPr>
            <a:spLocks noGrp="1"/>
          </p:cNvSpPr>
          <p:nvPr>
            <p:ph type="body"/>
          </p:nvPr>
        </p:nvSpPr>
        <p:spPr>
          <a:xfrm>
            <a:off x="838080" y="1825560"/>
            <a:ext cx="5181120" cy="4350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IN" sz="1400" strike="noStrike" u="none">
                <a:solidFill>
                  <a:srgbClr val="000000"/>
                </a:solidFill>
                <a:uFillTx/>
                <a:latin typeface="Arial"/>
              </a:rPr>
              <a:t>Click to edit the outline text format</a:t>
            </a:r>
            <a:endParaRPr b="0" lang="en-IN" sz="14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IN" sz="1400" strike="noStrike" u="none">
                <a:solidFill>
                  <a:srgbClr val="000000"/>
                </a:solidFill>
                <a:uFillTx/>
                <a:latin typeface="Arial"/>
              </a:rPr>
              <a:t>Second Outline Level</a:t>
            </a:r>
            <a:endParaRPr b="0" lang="en-IN" sz="14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IN" sz="1400" strike="noStrike" u="none">
                <a:solidFill>
                  <a:srgbClr val="000000"/>
                </a:solidFill>
                <a:uFillTx/>
                <a:latin typeface="Arial"/>
              </a:rPr>
              <a:t>Third Outline Level</a:t>
            </a:r>
            <a:endParaRPr b="0" lang="en-IN" sz="14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IN" sz="1400" strike="noStrike" u="none">
                <a:solidFill>
                  <a:srgbClr val="000000"/>
                </a:solidFill>
                <a:uFillTx/>
                <a:latin typeface="Arial"/>
              </a:rPr>
              <a:t>Fourth Outline Level</a:t>
            </a:r>
            <a:endParaRPr b="0" lang="en-IN" sz="14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IN" sz="2000" strike="noStrike" u="none">
                <a:solidFill>
                  <a:srgbClr val="000000"/>
                </a:solidFill>
                <a:uFillTx/>
                <a:latin typeface="Arial"/>
              </a:rPr>
              <a:t>Fifth Outline Level</a:t>
            </a:r>
            <a:endParaRPr b="0" lang="en-IN" sz="20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IN" sz="2000" strike="noStrike" u="none">
                <a:solidFill>
                  <a:srgbClr val="000000"/>
                </a:solidFill>
                <a:uFillTx/>
                <a:latin typeface="Arial"/>
              </a:rPr>
              <a:t>Sixth Outline Level</a:t>
            </a:r>
            <a:endParaRPr b="0" lang="en-IN" sz="20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IN" sz="2000" strike="noStrike" u="none">
                <a:solidFill>
                  <a:srgbClr val="000000"/>
                </a:solidFill>
                <a:uFillTx/>
                <a:latin typeface="Arial"/>
              </a:rPr>
              <a:t>Seventh Outline Level</a:t>
            </a:r>
            <a:endParaRPr b="0" lang="en-IN" sz="20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40" name="PlaceHolder 3"/>
          <p:cNvSpPr>
            <a:spLocks noGrp="1"/>
          </p:cNvSpPr>
          <p:nvPr>
            <p:ph type="body"/>
          </p:nvPr>
        </p:nvSpPr>
        <p:spPr>
          <a:xfrm>
            <a:off x="6172200" y="1825560"/>
            <a:ext cx="5181120" cy="4350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IN" sz="1400" strike="noStrike" u="none">
                <a:solidFill>
                  <a:srgbClr val="000000"/>
                </a:solidFill>
                <a:uFillTx/>
                <a:latin typeface="Arial"/>
              </a:rPr>
              <a:t>Click to edit the outline text format</a:t>
            </a:r>
            <a:endParaRPr b="0" lang="en-IN" sz="14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IN" sz="1400" strike="noStrike" u="none">
                <a:solidFill>
                  <a:srgbClr val="000000"/>
                </a:solidFill>
                <a:uFillTx/>
                <a:latin typeface="Arial"/>
              </a:rPr>
              <a:t>Second Outline Level</a:t>
            </a:r>
            <a:endParaRPr b="0" lang="en-IN" sz="14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IN" sz="1400" strike="noStrike" u="none">
                <a:solidFill>
                  <a:srgbClr val="000000"/>
                </a:solidFill>
                <a:uFillTx/>
                <a:latin typeface="Arial"/>
              </a:rPr>
              <a:t>Third Outline Level</a:t>
            </a:r>
            <a:endParaRPr b="0" lang="en-IN" sz="14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IN" sz="1400" strike="noStrike" u="none">
                <a:solidFill>
                  <a:srgbClr val="000000"/>
                </a:solidFill>
                <a:uFillTx/>
                <a:latin typeface="Arial"/>
              </a:rPr>
              <a:t>Fourth Outline Level</a:t>
            </a:r>
            <a:endParaRPr b="0" lang="en-IN" sz="14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IN" sz="2000" strike="noStrike" u="none">
                <a:solidFill>
                  <a:srgbClr val="000000"/>
                </a:solidFill>
                <a:uFillTx/>
                <a:latin typeface="Arial"/>
              </a:rPr>
              <a:t>Fifth Outline Level</a:t>
            </a:r>
            <a:endParaRPr b="0" lang="en-IN" sz="20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IN" sz="2000" strike="noStrike" u="none">
                <a:solidFill>
                  <a:srgbClr val="000000"/>
                </a:solidFill>
                <a:uFillTx/>
                <a:latin typeface="Arial"/>
              </a:rPr>
              <a:t>Sixth Outline Level</a:t>
            </a:r>
            <a:endParaRPr b="0" lang="en-IN" sz="20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IN" sz="2000" strike="noStrike" u="none">
                <a:solidFill>
                  <a:srgbClr val="000000"/>
                </a:solidFill>
                <a:uFillTx/>
                <a:latin typeface="Arial"/>
              </a:rPr>
              <a:t>Seventh Outline Level</a:t>
            </a:r>
            <a:endParaRPr b="0" lang="en-IN" sz="20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41" name="PlaceHolder 4"/>
          <p:cNvSpPr>
            <a:spLocks noGrp="1"/>
          </p:cNvSpPr>
          <p:nvPr>
            <p:ph type="dt" idx="19"/>
          </p:nvPr>
        </p:nvSpPr>
        <p:spPr>
          <a:xfrm>
            <a:off x="8380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>
              <a:buNone/>
              <a:defRPr b="0" lang="en-IN" sz="1400" strike="noStrike" u="none">
                <a:solidFill>
                  <a:srgbClr val="000000"/>
                </a:solidFill>
                <a:uFillTx/>
                <a:latin typeface="Times New Roman"/>
              </a:defRPr>
            </a:lvl1pPr>
          </a:lstStyle>
          <a:p>
            <a:pPr indent="0">
              <a:buNone/>
            </a:pPr>
            <a:r>
              <a:rPr b="0" lang="en-IN" sz="1400" strike="noStrike" u="none">
                <a:solidFill>
                  <a:srgbClr val="000000"/>
                </a:solidFill>
                <a:uFillTx/>
                <a:latin typeface="Times New Roman"/>
              </a:rPr>
              <a:t>&lt;date/time&gt;</a:t>
            </a:r>
            <a:endParaRPr b="0" lang="en-IN" sz="1400" strike="noStrike" u="none">
              <a:solidFill>
                <a:srgbClr val="000000"/>
              </a:solidFill>
              <a:uFillTx/>
              <a:latin typeface="Times New Roman"/>
            </a:endParaRPr>
          </a:p>
        </p:txBody>
      </p:sp>
      <p:sp>
        <p:nvSpPr>
          <p:cNvPr id="42" name="PlaceHolder 5"/>
          <p:cNvSpPr>
            <a:spLocks noGrp="1"/>
          </p:cNvSpPr>
          <p:nvPr>
            <p:ph type="ftr" idx="20"/>
          </p:nvPr>
        </p:nvSpPr>
        <p:spPr>
          <a:xfrm>
            <a:off x="4038480" y="6356520"/>
            <a:ext cx="411444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b="0" lang="en-IN" sz="1400" strike="noStrike" u="none">
                <a:solidFill>
                  <a:srgbClr val="000000"/>
                </a:solidFill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en-IN" sz="1400" strike="noStrike" u="none">
                <a:solidFill>
                  <a:srgbClr val="000000"/>
                </a:solidFill>
                <a:uFillTx/>
                <a:latin typeface="Times New Roman"/>
              </a:rPr>
              <a:t>&lt;footer&gt;</a:t>
            </a:r>
            <a:endParaRPr b="0" lang="en-IN" sz="1400" strike="noStrike" u="none">
              <a:solidFill>
                <a:srgbClr val="000000"/>
              </a:solidFill>
              <a:uFillTx/>
              <a:latin typeface="Times New Roman"/>
            </a:endParaRPr>
          </a:p>
        </p:txBody>
      </p:sp>
      <p:sp>
        <p:nvSpPr>
          <p:cNvPr id="43" name="PlaceHolder 6"/>
          <p:cNvSpPr>
            <a:spLocks noGrp="1"/>
          </p:cNvSpPr>
          <p:nvPr>
            <p:ph type="sldNum" idx="21"/>
          </p:nvPr>
        </p:nvSpPr>
        <p:spPr>
          <a:xfrm>
            <a:off x="86104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IN" sz="1200" strike="noStrike" u="none">
                <a:solidFill>
                  <a:srgbClr val="888888"/>
                </a:solidFill>
                <a:uFillTx/>
                <a:latin typeface="Calibri"/>
                <a:ea typeface="Calibri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ED75EFC6-5BB1-4033-8E24-31DE4AF9756C}" type="slidenum">
              <a:rPr b="0" lang="en-IN" sz="1200" strike="noStrike" u="none">
                <a:solidFill>
                  <a:srgbClr val="888888"/>
                </a:solidFill>
                <a:uFillTx/>
                <a:latin typeface="Calibri"/>
                <a:ea typeface="Calibri"/>
              </a:rPr>
              <a:t>&lt;number&gt;</a:t>
            </a:fld>
            <a:endParaRPr b="0" lang="en-IN" sz="1200" strike="noStrike" u="none">
              <a:solidFill>
                <a:srgbClr val="000000"/>
              </a:solidFill>
              <a:uFillTx/>
              <a:latin typeface="Times New Roman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/>
</p:sldMaster>
</file>

<file path=ppt/slideMasters/slideMaster8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4" name="Google Shape;15;p12" descr=""/>
          <p:cNvPicPr/>
          <p:nvPr/>
        </p:nvPicPr>
        <p:blipFill>
          <a:blip r:embed="rId2"/>
          <a:stretch/>
        </p:blipFill>
        <p:spPr>
          <a:xfrm>
            <a:off x="36000" y="75960"/>
            <a:ext cx="820440" cy="939240"/>
          </a:xfrm>
          <a:prstGeom prst="rect">
            <a:avLst/>
          </a:prstGeom>
          <a:ln w="0">
            <a:noFill/>
          </a:ln>
        </p:spPr>
      </p:pic>
      <p:sp>
        <p:nvSpPr>
          <p:cNvPr id="45" name="PlaceHolder 1"/>
          <p:cNvSpPr>
            <a:spLocks noGrp="1"/>
          </p:cNvSpPr>
          <p:nvPr>
            <p:ph type="title"/>
          </p:nvPr>
        </p:nvSpPr>
        <p:spPr>
          <a:xfrm>
            <a:off x="839880" y="365040"/>
            <a:ext cx="10515240" cy="1325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en-IN" sz="1400" strike="noStrike" u="none">
                <a:solidFill>
                  <a:srgbClr val="000000"/>
                </a:solidFill>
                <a:uFillTx/>
                <a:latin typeface="Arial"/>
              </a:rPr>
              <a:t>Click to edit the title text format</a:t>
            </a:r>
            <a:endParaRPr b="0" lang="en-IN" sz="14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46" name="PlaceHolder 2"/>
          <p:cNvSpPr>
            <a:spLocks noGrp="1"/>
          </p:cNvSpPr>
          <p:nvPr>
            <p:ph type="body"/>
          </p:nvPr>
        </p:nvSpPr>
        <p:spPr>
          <a:xfrm>
            <a:off x="839880" y="1681200"/>
            <a:ext cx="5157360" cy="823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32500" lnSpcReduction="19999"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IN" sz="1400" strike="noStrike" u="none">
                <a:solidFill>
                  <a:srgbClr val="000000"/>
                </a:solidFill>
                <a:uFillTx/>
                <a:latin typeface="Arial"/>
              </a:rPr>
              <a:t>Click to edit the outline text format</a:t>
            </a:r>
            <a:endParaRPr b="0" lang="en-IN" sz="14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IN" sz="1400" strike="noStrike" u="none">
                <a:solidFill>
                  <a:srgbClr val="000000"/>
                </a:solidFill>
                <a:uFillTx/>
                <a:latin typeface="Arial"/>
              </a:rPr>
              <a:t>Second Outline Level</a:t>
            </a:r>
            <a:endParaRPr b="0" lang="en-IN" sz="14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IN" sz="1400" strike="noStrike" u="none">
                <a:solidFill>
                  <a:srgbClr val="000000"/>
                </a:solidFill>
                <a:uFillTx/>
                <a:latin typeface="Arial"/>
              </a:rPr>
              <a:t>Third Outline Level</a:t>
            </a:r>
            <a:endParaRPr b="0" lang="en-IN" sz="14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IN" sz="1400" strike="noStrike" u="none">
                <a:solidFill>
                  <a:srgbClr val="000000"/>
                </a:solidFill>
                <a:uFillTx/>
                <a:latin typeface="Arial"/>
              </a:rPr>
              <a:t>Fourth Outline Level</a:t>
            </a:r>
            <a:endParaRPr b="0" lang="en-IN" sz="14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IN" sz="2000" strike="noStrike" u="none">
                <a:solidFill>
                  <a:srgbClr val="000000"/>
                </a:solidFill>
                <a:uFillTx/>
                <a:latin typeface="Arial"/>
              </a:rPr>
              <a:t>Fifth Outline Level</a:t>
            </a:r>
            <a:endParaRPr b="0" lang="en-IN" sz="20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IN" sz="2000" strike="noStrike" u="none">
                <a:solidFill>
                  <a:srgbClr val="000000"/>
                </a:solidFill>
                <a:uFillTx/>
                <a:latin typeface="Arial"/>
              </a:rPr>
              <a:t>Sixth Outline Level</a:t>
            </a:r>
            <a:endParaRPr b="0" lang="en-IN" sz="20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IN" sz="2000" strike="noStrike" u="none">
                <a:solidFill>
                  <a:srgbClr val="000000"/>
                </a:solidFill>
                <a:uFillTx/>
                <a:latin typeface="Arial"/>
              </a:rPr>
              <a:t>Seventh Outline Level</a:t>
            </a:r>
            <a:endParaRPr b="0" lang="en-IN" sz="20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47" name="PlaceHolder 3"/>
          <p:cNvSpPr>
            <a:spLocks noGrp="1"/>
          </p:cNvSpPr>
          <p:nvPr>
            <p:ph type="body"/>
          </p:nvPr>
        </p:nvSpPr>
        <p:spPr>
          <a:xfrm>
            <a:off x="839880" y="2505240"/>
            <a:ext cx="5157360" cy="368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IN" sz="1400" strike="noStrike" u="none">
                <a:solidFill>
                  <a:srgbClr val="000000"/>
                </a:solidFill>
                <a:uFillTx/>
                <a:latin typeface="Arial"/>
              </a:rPr>
              <a:t>Click to edit the outline text format</a:t>
            </a:r>
            <a:endParaRPr b="0" lang="en-IN" sz="14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IN" sz="1400" strike="noStrike" u="none">
                <a:solidFill>
                  <a:srgbClr val="000000"/>
                </a:solidFill>
                <a:uFillTx/>
                <a:latin typeface="Arial"/>
              </a:rPr>
              <a:t>Second Outline Level</a:t>
            </a:r>
            <a:endParaRPr b="0" lang="en-IN" sz="14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IN" sz="1400" strike="noStrike" u="none">
                <a:solidFill>
                  <a:srgbClr val="000000"/>
                </a:solidFill>
                <a:uFillTx/>
                <a:latin typeface="Arial"/>
              </a:rPr>
              <a:t>Third Outline Level</a:t>
            </a:r>
            <a:endParaRPr b="0" lang="en-IN" sz="14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IN" sz="1400" strike="noStrike" u="none">
                <a:solidFill>
                  <a:srgbClr val="000000"/>
                </a:solidFill>
                <a:uFillTx/>
                <a:latin typeface="Arial"/>
              </a:rPr>
              <a:t>Fourth Outline Level</a:t>
            </a:r>
            <a:endParaRPr b="0" lang="en-IN" sz="14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IN" sz="2000" strike="noStrike" u="none">
                <a:solidFill>
                  <a:srgbClr val="000000"/>
                </a:solidFill>
                <a:uFillTx/>
                <a:latin typeface="Arial"/>
              </a:rPr>
              <a:t>Fifth Outline Level</a:t>
            </a:r>
            <a:endParaRPr b="0" lang="en-IN" sz="20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IN" sz="2000" strike="noStrike" u="none">
                <a:solidFill>
                  <a:srgbClr val="000000"/>
                </a:solidFill>
                <a:uFillTx/>
                <a:latin typeface="Arial"/>
              </a:rPr>
              <a:t>Sixth Outline Level</a:t>
            </a:r>
            <a:endParaRPr b="0" lang="en-IN" sz="20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IN" sz="2000" strike="noStrike" u="none">
                <a:solidFill>
                  <a:srgbClr val="000000"/>
                </a:solidFill>
                <a:uFillTx/>
                <a:latin typeface="Arial"/>
              </a:rPr>
              <a:t>Seventh Outline Level</a:t>
            </a:r>
            <a:endParaRPr b="0" lang="en-IN" sz="20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48" name="PlaceHolder 4"/>
          <p:cNvSpPr>
            <a:spLocks noGrp="1"/>
          </p:cNvSpPr>
          <p:nvPr>
            <p:ph type="body"/>
          </p:nvPr>
        </p:nvSpPr>
        <p:spPr>
          <a:xfrm>
            <a:off x="6172200" y="1681200"/>
            <a:ext cx="5182920" cy="823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32500" lnSpcReduction="19999"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IN" sz="1400" strike="noStrike" u="none">
                <a:solidFill>
                  <a:srgbClr val="000000"/>
                </a:solidFill>
                <a:uFillTx/>
                <a:latin typeface="Arial"/>
              </a:rPr>
              <a:t>Click to edit the outline text format</a:t>
            </a:r>
            <a:endParaRPr b="0" lang="en-IN" sz="14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IN" sz="1400" strike="noStrike" u="none">
                <a:solidFill>
                  <a:srgbClr val="000000"/>
                </a:solidFill>
                <a:uFillTx/>
                <a:latin typeface="Arial"/>
              </a:rPr>
              <a:t>Second Outline Level</a:t>
            </a:r>
            <a:endParaRPr b="0" lang="en-IN" sz="14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IN" sz="1400" strike="noStrike" u="none">
                <a:solidFill>
                  <a:srgbClr val="000000"/>
                </a:solidFill>
                <a:uFillTx/>
                <a:latin typeface="Arial"/>
              </a:rPr>
              <a:t>Third Outline Level</a:t>
            </a:r>
            <a:endParaRPr b="0" lang="en-IN" sz="14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IN" sz="1400" strike="noStrike" u="none">
                <a:solidFill>
                  <a:srgbClr val="000000"/>
                </a:solidFill>
                <a:uFillTx/>
                <a:latin typeface="Arial"/>
              </a:rPr>
              <a:t>Fourth Outline Level</a:t>
            </a:r>
            <a:endParaRPr b="0" lang="en-IN" sz="14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IN" sz="2000" strike="noStrike" u="none">
                <a:solidFill>
                  <a:srgbClr val="000000"/>
                </a:solidFill>
                <a:uFillTx/>
                <a:latin typeface="Arial"/>
              </a:rPr>
              <a:t>Fifth Outline Level</a:t>
            </a:r>
            <a:endParaRPr b="0" lang="en-IN" sz="20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IN" sz="2000" strike="noStrike" u="none">
                <a:solidFill>
                  <a:srgbClr val="000000"/>
                </a:solidFill>
                <a:uFillTx/>
                <a:latin typeface="Arial"/>
              </a:rPr>
              <a:t>Sixth Outline Level</a:t>
            </a:r>
            <a:endParaRPr b="0" lang="en-IN" sz="20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IN" sz="2000" strike="noStrike" u="none">
                <a:solidFill>
                  <a:srgbClr val="000000"/>
                </a:solidFill>
                <a:uFillTx/>
                <a:latin typeface="Arial"/>
              </a:rPr>
              <a:t>Seventh Outline Level</a:t>
            </a:r>
            <a:endParaRPr b="0" lang="en-IN" sz="20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49" name="PlaceHolder 5"/>
          <p:cNvSpPr>
            <a:spLocks noGrp="1"/>
          </p:cNvSpPr>
          <p:nvPr>
            <p:ph type="body"/>
          </p:nvPr>
        </p:nvSpPr>
        <p:spPr>
          <a:xfrm>
            <a:off x="6172200" y="2505240"/>
            <a:ext cx="5182920" cy="368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IN" sz="1400" strike="noStrike" u="none">
                <a:solidFill>
                  <a:srgbClr val="000000"/>
                </a:solidFill>
                <a:uFillTx/>
                <a:latin typeface="Arial"/>
              </a:rPr>
              <a:t>Click to edit the outline text format</a:t>
            </a:r>
            <a:endParaRPr b="0" lang="en-IN" sz="14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IN" sz="1400" strike="noStrike" u="none">
                <a:solidFill>
                  <a:srgbClr val="000000"/>
                </a:solidFill>
                <a:uFillTx/>
                <a:latin typeface="Arial"/>
              </a:rPr>
              <a:t>Second Outline Level</a:t>
            </a:r>
            <a:endParaRPr b="0" lang="en-IN" sz="14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IN" sz="1400" strike="noStrike" u="none">
                <a:solidFill>
                  <a:srgbClr val="000000"/>
                </a:solidFill>
                <a:uFillTx/>
                <a:latin typeface="Arial"/>
              </a:rPr>
              <a:t>Third Outline Level</a:t>
            </a:r>
            <a:endParaRPr b="0" lang="en-IN" sz="14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IN" sz="1400" strike="noStrike" u="none">
                <a:solidFill>
                  <a:srgbClr val="000000"/>
                </a:solidFill>
                <a:uFillTx/>
                <a:latin typeface="Arial"/>
              </a:rPr>
              <a:t>Fourth Outline Level</a:t>
            </a:r>
            <a:endParaRPr b="0" lang="en-IN" sz="14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IN" sz="2000" strike="noStrike" u="none">
                <a:solidFill>
                  <a:srgbClr val="000000"/>
                </a:solidFill>
                <a:uFillTx/>
                <a:latin typeface="Arial"/>
              </a:rPr>
              <a:t>Fifth Outline Level</a:t>
            </a:r>
            <a:endParaRPr b="0" lang="en-IN" sz="20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IN" sz="2000" strike="noStrike" u="none">
                <a:solidFill>
                  <a:srgbClr val="000000"/>
                </a:solidFill>
                <a:uFillTx/>
                <a:latin typeface="Arial"/>
              </a:rPr>
              <a:t>Sixth Outline Level</a:t>
            </a:r>
            <a:endParaRPr b="0" lang="en-IN" sz="20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IN" sz="2000" strike="noStrike" u="none">
                <a:solidFill>
                  <a:srgbClr val="000000"/>
                </a:solidFill>
                <a:uFillTx/>
                <a:latin typeface="Arial"/>
              </a:rPr>
              <a:t>Seventh Outline Level</a:t>
            </a:r>
            <a:endParaRPr b="0" lang="en-IN" sz="20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50" name="PlaceHolder 6"/>
          <p:cNvSpPr>
            <a:spLocks noGrp="1"/>
          </p:cNvSpPr>
          <p:nvPr>
            <p:ph type="dt" idx="22"/>
          </p:nvPr>
        </p:nvSpPr>
        <p:spPr>
          <a:xfrm>
            <a:off x="8380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>
              <a:buNone/>
              <a:defRPr b="0" lang="en-IN" sz="1400" strike="noStrike" u="none">
                <a:solidFill>
                  <a:srgbClr val="000000"/>
                </a:solidFill>
                <a:uFillTx/>
                <a:latin typeface="Times New Roman"/>
              </a:defRPr>
            </a:lvl1pPr>
          </a:lstStyle>
          <a:p>
            <a:pPr indent="0">
              <a:buNone/>
            </a:pPr>
            <a:r>
              <a:rPr b="0" lang="en-IN" sz="1400" strike="noStrike" u="none">
                <a:solidFill>
                  <a:srgbClr val="000000"/>
                </a:solidFill>
                <a:uFillTx/>
                <a:latin typeface="Times New Roman"/>
              </a:rPr>
              <a:t>&lt;date/time&gt;</a:t>
            </a:r>
            <a:endParaRPr b="0" lang="en-IN" sz="1400" strike="noStrike" u="none">
              <a:solidFill>
                <a:srgbClr val="000000"/>
              </a:solidFill>
              <a:uFillTx/>
              <a:latin typeface="Times New Roman"/>
            </a:endParaRPr>
          </a:p>
        </p:txBody>
      </p:sp>
      <p:sp>
        <p:nvSpPr>
          <p:cNvPr id="51" name="PlaceHolder 7"/>
          <p:cNvSpPr>
            <a:spLocks noGrp="1"/>
          </p:cNvSpPr>
          <p:nvPr>
            <p:ph type="ftr" idx="23"/>
          </p:nvPr>
        </p:nvSpPr>
        <p:spPr>
          <a:xfrm>
            <a:off x="4038480" y="6356520"/>
            <a:ext cx="411444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b="0" lang="en-IN" sz="1400" strike="noStrike" u="none">
                <a:solidFill>
                  <a:srgbClr val="000000"/>
                </a:solidFill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en-IN" sz="1400" strike="noStrike" u="none">
                <a:solidFill>
                  <a:srgbClr val="000000"/>
                </a:solidFill>
                <a:uFillTx/>
                <a:latin typeface="Times New Roman"/>
              </a:rPr>
              <a:t>&lt;footer&gt;</a:t>
            </a:r>
            <a:endParaRPr b="0" lang="en-IN" sz="1400" strike="noStrike" u="none">
              <a:solidFill>
                <a:srgbClr val="000000"/>
              </a:solidFill>
              <a:uFillTx/>
              <a:latin typeface="Times New Roman"/>
            </a:endParaRPr>
          </a:p>
        </p:txBody>
      </p:sp>
      <p:sp>
        <p:nvSpPr>
          <p:cNvPr id="52" name="PlaceHolder 8"/>
          <p:cNvSpPr>
            <a:spLocks noGrp="1"/>
          </p:cNvSpPr>
          <p:nvPr>
            <p:ph type="sldNum" idx="24"/>
          </p:nvPr>
        </p:nvSpPr>
        <p:spPr>
          <a:xfrm>
            <a:off x="86104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IN" sz="1200" strike="noStrike" u="none">
                <a:solidFill>
                  <a:srgbClr val="888888"/>
                </a:solidFill>
                <a:uFillTx/>
                <a:latin typeface="Calibri"/>
                <a:ea typeface="Calibri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704B9724-2BFE-4B29-AABB-C525D60BEE4D}" type="slidenum">
              <a:rPr b="0" lang="en-IN" sz="1200" strike="noStrike" u="none">
                <a:solidFill>
                  <a:srgbClr val="888888"/>
                </a:solidFill>
                <a:uFillTx/>
                <a:latin typeface="Calibri"/>
                <a:ea typeface="Calibri"/>
              </a:rPr>
              <a:t>&lt;number&gt;</a:t>
            </a:fld>
            <a:endParaRPr b="0" lang="en-IN" sz="1200" strike="noStrike" u="none">
              <a:solidFill>
                <a:srgbClr val="000000"/>
              </a:solidFill>
              <a:uFillTx/>
              <a:latin typeface="Times New Roman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/>
</p:sldMaster>
</file>

<file path=ppt/slideMasters/slideMaster9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3" name="Google Shape;15;p12" descr=""/>
          <p:cNvPicPr/>
          <p:nvPr/>
        </p:nvPicPr>
        <p:blipFill>
          <a:blip r:embed="rId2"/>
          <a:stretch/>
        </p:blipFill>
        <p:spPr>
          <a:xfrm>
            <a:off x="36000" y="75960"/>
            <a:ext cx="820440" cy="939240"/>
          </a:xfrm>
          <a:prstGeom prst="rect">
            <a:avLst/>
          </a:prstGeom>
          <a:ln w="0">
            <a:noFill/>
          </a:ln>
        </p:spPr>
      </p:pic>
      <p:sp>
        <p:nvSpPr>
          <p:cNvPr id="54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5240" cy="1325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en-IN" sz="1400" strike="noStrike" u="none">
                <a:solidFill>
                  <a:srgbClr val="000000"/>
                </a:solidFill>
                <a:uFillTx/>
                <a:latin typeface="Arial"/>
              </a:rPr>
              <a:t>Click to edit the title text format</a:t>
            </a:r>
            <a:endParaRPr b="0" lang="en-IN" sz="14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55" name="PlaceHolder 2"/>
          <p:cNvSpPr>
            <a:spLocks noGrp="1"/>
          </p:cNvSpPr>
          <p:nvPr>
            <p:ph type="dt" idx="25"/>
          </p:nvPr>
        </p:nvSpPr>
        <p:spPr>
          <a:xfrm>
            <a:off x="8380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>
              <a:buNone/>
              <a:defRPr b="0" lang="en-IN" sz="1400" strike="noStrike" u="none">
                <a:solidFill>
                  <a:srgbClr val="000000"/>
                </a:solidFill>
                <a:uFillTx/>
                <a:latin typeface="Times New Roman"/>
              </a:defRPr>
            </a:lvl1pPr>
          </a:lstStyle>
          <a:p>
            <a:pPr indent="0">
              <a:buNone/>
            </a:pPr>
            <a:r>
              <a:rPr b="0" lang="en-IN" sz="1400" strike="noStrike" u="none">
                <a:solidFill>
                  <a:srgbClr val="000000"/>
                </a:solidFill>
                <a:uFillTx/>
                <a:latin typeface="Times New Roman"/>
              </a:rPr>
              <a:t>&lt;date/time&gt;</a:t>
            </a:r>
            <a:endParaRPr b="0" lang="en-IN" sz="1400" strike="noStrike" u="none">
              <a:solidFill>
                <a:srgbClr val="000000"/>
              </a:solidFill>
              <a:uFillTx/>
              <a:latin typeface="Times New Roman"/>
            </a:endParaRPr>
          </a:p>
        </p:txBody>
      </p:sp>
      <p:sp>
        <p:nvSpPr>
          <p:cNvPr id="56" name="PlaceHolder 3"/>
          <p:cNvSpPr>
            <a:spLocks noGrp="1"/>
          </p:cNvSpPr>
          <p:nvPr>
            <p:ph type="ftr" idx="26"/>
          </p:nvPr>
        </p:nvSpPr>
        <p:spPr>
          <a:xfrm>
            <a:off x="4038480" y="6356520"/>
            <a:ext cx="411444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b="0" lang="en-IN" sz="1400" strike="noStrike" u="none">
                <a:solidFill>
                  <a:srgbClr val="000000"/>
                </a:solidFill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en-IN" sz="1400" strike="noStrike" u="none">
                <a:solidFill>
                  <a:srgbClr val="000000"/>
                </a:solidFill>
                <a:uFillTx/>
                <a:latin typeface="Times New Roman"/>
              </a:rPr>
              <a:t>&lt;footer&gt;</a:t>
            </a:r>
            <a:endParaRPr b="0" lang="en-IN" sz="1400" strike="noStrike" u="none">
              <a:solidFill>
                <a:srgbClr val="000000"/>
              </a:solidFill>
              <a:uFillTx/>
              <a:latin typeface="Times New Roman"/>
            </a:endParaRPr>
          </a:p>
        </p:txBody>
      </p:sp>
      <p:sp>
        <p:nvSpPr>
          <p:cNvPr id="57" name="PlaceHolder 4"/>
          <p:cNvSpPr>
            <a:spLocks noGrp="1"/>
          </p:cNvSpPr>
          <p:nvPr>
            <p:ph type="sldNum" idx="27"/>
          </p:nvPr>
        </p:nvSpPr>
        <p:spPr>
          <a:xfrm>
            <a:off x="86104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IN" sz="1200" strike="noStrike" u="none">
                <a:solidFill>
                  <a:srgbClr val="888888"/>
                </a:solidFill>
                <a:uFillTx/>
                <a:latin typeface="Calibri"/>
                <a:ea typeface="Calibri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B1FDB9AD-86A0-404B-AF95-6447AC5FCBE1}" type="slidenum">
              <a:rPr b="0" lang="en-IN" sz="1200" strike="noStrike" u="none">
                <a:solidFill>
                  <a:srgbClr val="888888"/>
                </a:solidFill>
                <a:uFillTx/>
                <a:latin typeface="Calibri"/>
                <a:ea typeface="Calibri"/>
              </a:rPr>
              <a:t>&lt;number&gt;</a:t>
            </a:fld>
            <a:endParaRPr b="0" lang="en-IN" sz="1200" strike="noStrike" u="none">
              <a:solidFill>
                <a:srgbClr val="000000"/>
              </a:solidFill>
              <a:uFillTx/>
              <a:latin typeface="Times New Roman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/>
</p:sldMaster>
</file>

<file path=ppt/slideMasters/slideMaster10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8" name="Google Shape;15;p12" descr=""/>
          <p:cNvPicPr/>
          <p:nvPr/>
        </p:nvPicPr>
        <p:blipFill>
          <a:blip r:embed="rId2"/>
          <a:stretch/>
        </p:blipFill>
        <p:spPr>
          <a:xfrm>
            <a:off x="36000" y="75960"/>
            <a:ext cx="820440" cy="939240"/>
          </a:xfrm>
          <a:prstGeom prst="rect">
            <a:avLst/>
          </a:prstGeom>
          <a:ln w="0">
            <a:noFill/>
          </a:ln>
        </p:spPr>
      </p:pic>
      <p:sp>
        <p:nvSpPr>
          <p:cNvPr id="59" name="PlaceHolder 1"/>
          <p:cNvSpPr>
            <a:spLocks noGrp="1"/>
          </p:cNvSpPr>
          <p:nvPr>
            <p:ph type="title"/>
          </p:nvPr>
        </p:nvSpPr>
        <p:spPr>
          <a:xfrm>
            <a:off x="839880" y="457200"/>
            <a:ext cx="3931920" cy="1599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en-IN" sz="1400" strike="noStrike" u="none">
                <a:solidFill>
                  <a:srgbClr val="000000"/>
                </a:solidFill>
                <a:uFillTx/>
                <a:latin typeface="Arial"/>
              </a:rPr>
              <a:t>Click to edit the title text format</a:t>
            </a:r>
            <a:endParaRPr b="0" lang="en-IN" sz="14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60" name="PlaceHolder 2"/>
          <p:cNvSpPr>
            <a:spLocks noGrp="1"/>
          </p:cNvSpPr>
          <p:nvPr>
            <p:ph type="body"/>
          </p:nvPr>
        </p:nvSpPr>
        <p:spPr>
          <a:xfrm>
            <a:off x="5183280" y="987480"/>
            <a:ext cx="6171840" cy="4873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IN" sz="1400" strike="noStrike" u="none">
                <a:solidFill>
                  <a:srgbClr val="000000"/>
                </a:solidFill>
                <a:uFillTx/>
                <a:latin typeface="Arial"/>
              </a:rPr>
              <a:t>Click to edit the outline text format</a:t>
            </a:r>
            <a:endParaRPr b="0" lang="en-IN" sz="14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IN" sz="1400" strike="noStrike" u="none">
                <a:solidFill>
                  <a:srgbClr val="000000"/>
                </a:solidFill>
                <a:uFillTx/>
                <a:latin typeface="Arial"/>
              </a:rPr>
              <a:t>Second Outline Level</a:t>
            </a:r>
            <a:endParaRPr b="0" lang="en-IN" sz="14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IN" sz="1400" strike="noStrike" u="none">
                <a:solidFill>
                  <a:srgbClr val="000000"/>
                </a:solidFill>
                <a:uFillTx/>
                <a:latin typeface="Arial"/>
              </a:rPr>
              <a:t>Third Outline Level</a:t>
            </a:r>
            <a:endParaRPr b="0" lang="en-IN" sz="14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IN" sz="1400" strike="noStrike" u="none">
                <a:solidFill>
                  <a:srgbClr val="000000"/>
                </a:solidFill>
                <a:uFillTx/>
                <a:latin typeface="Arial"/>
              </a:rPr>
              <a:t>Fourth Outline Level</a:t>
            </a:r>
            <a:endParaRPr b="0" lang="en-IN" sz="14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IN" sz="2000" strike="noStrike" u="none">
                <a:solidFill>
                  <a:srgbClr val="000000"/>
                </a:solidFill>
                <a:uFillTx/>
                <a:latin typeface="Arial"/>
              </a:rPr>
              <a:t>Fifth Outline Level</a:t>
            </a:r>
            <a:endParaRPr b="0" lang="en-IN" sz="20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IN" sz="2000" strike="noStrike" u="none">
                <a:solidFill>
                  <a:srgbClr val="000000"/>
                </a:solidFill>
                <a:uFillTx/>
                <a:latin typeface="Arial"/>
              </a:rPr>
              <a:t>Sixth Outline Level</a:t>
            </a:r>
            <a:endParaRPr b="0" lang="en-IN" sz="20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IN" sz="2000" strike="noStrike" u="none">
                <a:solidFill>
                  <a:srgbClr val="000000"/>
                </a:solidFill>
                <a:uFillTx/>
                <a:latin typeface="Arial"/>
              </a:rPr>
              <a:t>Seventh Outline Level</a:t>
            </a:r>
            <a:endParaRPr b="0" lang="en-IN" sz="20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61" name="PlaceHolder 3"/>
          <p:cNvSpPr>
            <a:spLocks noGrp="1"/>
          </p:cNvSpPr>
          <p:nvPr>
            <p:ph type="body"/>
          </p:nvPr>
        </p:nvSpPr>
        <p:spPr>
          <a:xfrm>
            <a:off x="839880" y="2057400"/>
            <a:ext cx="3931920" cy="3811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IN" sz="1400" strike="noStrike" u="none">
                <a:solidFill>
                  <a:srgbClr val="000000"/>
                </a:solidFill>
                <a:uFillTx/>
                <a:latin typeface="Arial"/>
              </a:rPr>
              <a:t>Click to edit the outline text format</a:t>
            </a:r>
            <a:endParaRPr b="0" lang="en-IN" sz="14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IN" sz="1400" strike="noStrike" u="none">
                <a:solidFill>
                  <a:srgbClr val="000000"/>
                </a:solidFill>
                <a:uFillTx/>
                <a:latin typeface="Arial"/>
              </a:rPr>
              <a:t>Second Outline Level</a:t>
            </a:r>
            <a:endParaRPr b="0" lang="en-IN" sz="14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IN" sz="1400" strike="noStrike" u="none">
                <a:solidFill>
                  <a:srgbClr val="000000"/>
                </a:solidFill>
                <a:uFillTx/>
                <a:latin typeface="Arial"/>
              </a:rPr>
              <a:t>Third Outline Level</a:t>
            </a:r>
            <a:endParaRPr b="0" lang="en-IN" sz="14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IN" sz="1400" strike="noStrike" u="none">
                <a:solidFill>
                  <a:srgbClr val="000000"/>
                </a:solidFill>
                <a:uFillTx/>
                <a:latin typeface="Arial"/>
              </a:rPr>
              <a:t>Fourth Outline Level</a:t>
            </a:r>
            <a:endParaRPr b="0" lang="en-IN" sz="14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IN" sz="2000" strike="noStrike" u="none">
                <a:solidFill>
                  <a:srgbClr val="000000"/>
                </a:solidFill>
                <a:uFillTx/>
                <a:latin typeface="Arial"/>
              </a:rPr>
              <a:t>Fifth Outline Level</a:t>
            </a:r>
            <a:endParaRPr b="0" lang="en-IN" sz="20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IN" sz="2000" strike="noStrike" u="none">
                <a:solidFill>
                  <a:srgbClr val="000000"/>
                </a:solidFill>
                <a:uFillTx/>
                <a:latin typeface="Arial"/>
              </a:rPr>
              <a:t>Sixth Outline Level</a:t>
            </a:r>
            <a:endParaRPr b="0" lang="en-IN" sz="20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IN" sz="2000" strike="noStrike" u="none">
                <a:solidFill>
                  <a:srgbClr val="000000"/>
                </a:solidFill>
                <a:uFillTx/>
                <a:latin typeface="Arial"/>
              </a:rPr>
              <a:t>Seventh Outline Level</a:t>
            </a:r>
            <a:endParaRPr b="0" lang="en-IN" sz="20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62" name="PlaceHolder 4"/>
          <p:cNvSpPr>
            <a:spLocks noGrp="1"/>
          </p:cNvSpPr>
          <p:nvPr>
            <p:ph type="dt" idx="28"/>
          </p:nvPr>
        </p:nvSpPr>
        <p:spPr>
          <a:xfrm>
            <a:off x="8380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>
              <a:buNone/>
              <a:defRPr b="0" lang="en-IN" sz="1400" strike="noStrike" u="none">
                <a:solidFill>
                  <a:srgbClr val="000000"/>
                </a:solidFill>
                <a:uFillTx/>
                <a:latin typeface="Times New Roman"/>
              </a:defRPr>
            </a:lvl1pPr>
          </a:lstStyle>
          <a:p>
            <a:pPr indent="0">
              <a:buNone/>
            </a:pPr>
            <a:r>
              <a:rPr b="0" lang="en-IN" sz="1400" strike="noStrike" u="none">
                <a:solidFill>
                  <a:srgbClr val="000000"/>
                </a:solidFill>
                <a:uFillTx/>
                <a:latin typeface="Times New Roman"/>
              </a:rPr>
              <a:t>&lt;date/time&gt;</a:t>
            </a:r>
            <a:endParaRPr b="0" lang="en-IN" sz="1400" strike="noStrike" u="none">
              <a:solidFill>
                <a:srgbClr val="000000"/>
              </a:solidFill>
              <a:uFillTx/>
              <a:latin typeface="Times New Roman"/>
            </a:endParaRPr>
          </a:p>
        </p:txBody>
      </p:sp>
      <p:sp>
        <p:nvSpPr>
          <p:cNvPr id="63" name="PlaceHolder 5"/>
          <p:cNvSpPr>
            <a:spLocks noGrp="1"/>
          </p:cNvSpPr>
          <p:nvPr>
            <p:ph type="ftr" idx="29"/>
          </p:nvPr>
        </p:nvSpPr>
        <p:spPr>
          <a:xfrm>
            <a:off x="4038480" y="6356520"/>
            <a:ext cx="411444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b="0" lang="en-IN" sz="1400" strike="noStrike" u="none">
                <a:solidFill>
                  <a:srgbClr val="000000"/>
                </a:solidFill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en-IN" sz="1400" strike="noStrike" u="none">
                <a:solidFill>
                  <a:srgbClr val="000000"/>
                </a:solidFill>
                <a:uFillTx/>
                <a:latin typeface="Times New Roman"/>
              </a:rPr>
              <a:t>&lt;footer&gt;</a:t>
            </a:r>
            <a:endParaRPr b="0" lang="en-IN" sz="1400" strike="noStrike" u="none">
              <a:solidFill>
                <a:srgbClr val="000000"/>
              </a:solidFill>
              <a:uFillTx/>
              <a:latin typeface="Times New Roman"/>
            </a:endParaRPr>
          </a:p>
        </p:txBody>
      </p:sp>
      <p:sp>
        <p:nvSpPr>
          <p:cNvPr id="64" name="PlaceHolder 6"/>
          <p:cNvSpPr>
            <a:spLocks noGrp="1"/>
          </p:cNvSpPr>
          <p:nvPr>
            <p:ph type="sldNum" idx="30"/>
          </p:nvPr>
        </p:nvSpPr>
        <p:spPr>
          <a:xfrm>
            <a:off x="86104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IN" sz="1200" strike="noStrike" u="none">
                <a:solidFill>
                  <a:srgbClr val="888888"/>
                </a:solidFill>
                <a:uFillTx/>
                <a:latin typeface="Calibri"/>
                <a:ea typeface="Calibri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6249FFB9-8C74-4A2A-A386-0E127A5B0F50}" type="slidenum">
              <a:rPr b="0" lang="en-IN" sz="1200" strike="noStrike" u="none">
                <a:solidFill>
                  <a:srgbClr val="888888"/>
                </a:solidFill>
                <a:uFillTx/>
                <a:latin typeface="Calibri"/>
                <a:ea typeface="Calibri"/>
              </a:rPr>
              <a:t>&lt;number&gt;</a:t>
            </a:fld>
            <a:endParaRPr b="0" lang="en-IN" sz="1200" strike="noStrike" u="none">
              <a:solidFill>
                <a:srgbClr val="000000"/>
              </a:solidFill>
              <a:uFillTx/>
              <a:latin typeface="Times New Roman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/>
</p:sldMaster>
</file>

<file path=ppt/slideMasters/slideMaster1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5" name="Google Shape;15;p12" descr=""/>
          <p:cNvPicPr/>
          <p:nvPr/>
        </p:nvPicPr>
        <p:blipFill>
          <a:blip r:embed="rId2"/>
          <a:stretch/>
        </p:blipFill>
        <p:spPr>
          <a:xfrm>
            <a:off x="36000" y="75960"/>
            <a:ext cx="820440" cy="939240"/>
          </a:xfrm>
          <a:prstGeom prst="rect">
            <a:avLst/>
          </a:prstGeom>
          <a:ln w="0">
            <a:noFill/>
          </a:ln>
        </p:spPr>
      </p:pic>
      <p:sp>
        <p:nvSpPr>
          <p:cNvPr id="66" name="PlaceHolder 1"/>
          <p:cNvSpPr>
            <a:spLocks noGrp="1"/>
          </p:cNvSpPr>
          <p:nvPr>
            <p:ph type="title"/>
          </p:nvPr>
        </p:nvSpPr>
        <p:spPr>
          <a:xfrm>
            <a:off x="839880" y="457200"/>
            <a:ext cx="3931920" cy="1599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en-IN" sz="1400" strike="noStrike" u="none">
                <a:solidFill>
                  <a:srgbClr val="000000"/>
                </a:solidFill>
                <a:uFillTx/>
                <a:latin typeface="Arial"/>
              </a:rPr>
              <a:t>Click to edit the title text format</a:t>
            </a:r>
            <a:endParaRPr b="0" lang="en-IN" sz="14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67" name="PlaceHolder 2"/>
          <p:cNvSpPr>
            <a:spLocks noGrp="1"/>
          </p:cNvSpPr>
          <p:nvPr>
            <p:ph type="body"/>
          </p:nvPr>
        </p:nvSpPr>
        <p:spPr>
          <a:xfrm>
            <a:off x="5183280" y="987480"/>
            <a:ext cx="6171840" cy="4873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IN" sz="1400" strike="noStrike" u="none">
                <a:solidFill>
                  <a:srgbClr val="000000"/>
                </a:solidFill>
                <a:uFillTx/>
                <a:latin typeface="Arial"/>
              </a:rPr>
              <a:t>Click to edit the outline text format</a:t>
            </a:r>
            <a:endParaRPr b="0" lang="en-IN" sz="14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IN" sz="1400" strike="noStrike" u="none">
                <a:solidFill>
                  <a:srgbClr val="000000"/>
                </a:solidFill>
                <a:uFillTx/>
                <a:latin typeface="Arial"/>
              </a:rPr>
              <a:t>Second Outline Level</a:t>
            </a:r>
            <a:endParaRPr b="0" lang="en-IN" sz="14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IN" sz="1400" strike="noStrike" u="none">
                <a:solidFill>
                  <a:srgbClr val="000000"/>
                </a:solidFill>
                <a:uFillTx/>
                <a:latin typeface="Arial"/>
              </a:rPr>
              <a:t>Third Outline Level</a:t>
            </a:r>
            <a:endParaRPr b="0" lang="en-IN" sz="14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IN" sz="1400" strike="noStrike" u="none">
                <a:solidFill>
                  <a:srgbClr val="000000"/>
                </a:solidFill>
                <a:uFillTx/>
                <a:latin typeface="Arial"/>
              </a:rPr>
              <a:t>Fourth Outline Level</a:t>
            </a:r>
            <a:endParaRPr b="0" lang="en-IN" sz="14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IN" sz="2000" strike="noStrike" u="none">
                <a:solidFill>
                  <a:srgbClr val="000000"/>
                </a:solidFill>
                <a:uFillTx/>
                <a:latin typeface="Arial"/>
              </a:rPr>
              <a:t>Fifth Outline Level</a:t>
            </a:r>
            <a:endParaRPr b="0" lang="en-IN" sz="20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IN" sz="2000" strike="noStrike" u="none">
                <a:solidFill>
                  <a:srgbClr val="000000"/>
                </a:solidFill>
                <a:uFillTx/>
                <a:latin typeface="Arial"/>
              </a:rPr>
              <a:t>Sixth Outline Level</a:t>
            </a:r>
            <a:endParaRPr b="0" lang="en-IN" sz="20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IN" sz="2000" strike="noStrike" u="none">
                <a:solidFill>
                  <a:srgbClr val="000000"/>
                </a:solidFill>
                <a:uFillTx/>
                <a:latin typeface="Arial"/>
              </a:rPr>
              <a:t>Seventh Outline Level</a:t>
            </a:r>
            <a:endParaRPr b="0" lang="en-IN" sz="20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68" name="PlaceHolder 3"/>
          <p:cNvSpPr>
            <a:spLocks noGrp="1"/>
          </p:cNvSpPr>
          <p:nvPr>
            <p:ph type="body"/>
          </p:nvPr>
        </p:nvSpPr>
        <p:spPr>
          <a:xfrm>
            <a:off x="839880" y="2057400"/>
            <a:ext cx="3931920" cy="3811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IN" sz="1400" strike="noStrike" u="none">
                <a:solidFill>
                  <a:srgbClr val="000000"/>
                </a:solidFill>
                <a:uFillTx/>
                <a:latin typeface="Arial"/>
              </a:rPr>
              <a:t>Click to edit the outline text format</a:t>
            </a:r>
            <a:endParaRPr b="0" lang="en-IN" sz="14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IN" sz="1400" strike="noStrike" u="none">
                <a:solidFill>
                  <a:srgbClr val="000000"/>
                </a:solidFill>
                <a:uFillTx/>
                <a:latin typeface="Arial"/>
              </a:rPr>
              <a:t>Second Outline Level</a:t>
            </a:r>
            <a:endParaRPr b="0" lang="en-IN" sz="14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IN" sz="1400" strike="noStrike" u="none">
                <a:solidFill>
                  <a:srgbClr val="000000"/>
                </a:solidFill>
                <a:uFillTx/>
                <a:latin typeface="Arial"/>
              </a:rPr>
              <a:t>Third Outline Level</a:t>
            </a:r>
            <a:endParaRPr b="0" lang="en-IN" sz="14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IN" sz="1400" strike="noStrike" u="none">
                <a:solidFill>
                  <a:srgbClr val="000000"/>
                </a:solidFill>
                <a:uFillTx/>
                <a:latin typeface="Arial"/>
              </a:rPr>
              <a:t>Fourth Outline Level</a:t>
            </a:r>
            <a:endParaRPr b="0" lang="en-IN" sz="14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IN" sz="2000" strike="noStrike" u="none">
                <a:solidFill>
                  <a:srgbClr val="000000"/>
                </a:solidFill>
                <a:uFillTx/>
                <a:latin typeface="Arial"/>
              </a:rPr>
              <a:t>Fifth Outline Level</a:t>
            </a:r>
            <a:endParaRPr b="0" lang="en-IN" sz="20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IN" sz="2000" strike="noStrike" u="none">
                <a:solidFill>
                  <a:srgbClr val="000000"/>
                </a:solidFill>
                <a:uFillTx/>
                <a:latin typeface="Arial"/>
              </a:rPr>
              <a:t>Sixth Outline Level</a:t>
            </a:r>
            <a:endParaRPr b="0" lang="en-IN" sz="20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IN" sz="2000" strike="noStrike" u="none">
                <a:solidFill>
                  <a:srgbClr val="000000"/>
                </a:solidFill>
                <a:uFillTx/>
                <a:latin typeface="Arial"/>
              </a:rPr>
              <a:t>Seventh Outline Level</a:t>
            </a:r>
            <a:endParaRPr b="0" lang="en-IN" sz="20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69" name="PlaceHolder 4"/>
          <p:cNvSpPr>
            <a:spLocks noGrp="1"/>
          </p:cNvSpPr>
          <p:nvPr>
            <p:ph type="dt" idx="31"/>
          </p:nvPr>
        </p:nvSpPr>
        <p:spPr>
          <a:xfrm>
            <a:off x="8380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>
              <a:buNone/>
              <a:defRPr b="0" lang="en-IN" sz="1400" strike="noStrike" u="none">
                <a:solidFill>
                  <a:srgbClr val="000000"/>
                </a:solidFill>
                <a:uFillTx/>
                <a:latin typeface="Times New Roman"/>
              </a:defRPr>
            </a:lvl1pPr>
          </a:lstStyle>
          <a:p>
            <a:pPr indent="0">
              <a:buNone/>
            </a:pPr>
            <a:r>
              <a:rPr b="0" lang="en-IN" sz="1400" strike="noStrike" u="none">
                <a:solidFill>
                  <a:srgbClr val="000000"/>
                </a:solidFill>
                <a:uFillTx/>
                <a:latin typeface="Times New Roman"/>
              </a:rPr>
              <a:t>&lt;date/time&gt;</a:t>
            </a:r>
            <a:endParaRPr b="0" lang="en-IN" sz="1400" strike="noStrike" u="none">
              <a:solidFill>
                <a:srgbClr val="000000"/>
              </a:solidFill>
              <a:uFillTx/>
              <a:latin typeface="Times New Roman"/>
            </a:endParaRPr>
          </a:p>
        </p:txBody>
      </p:sp>
      <p:sp>
        <p:nvSpPr>
          <p:cNvPr id="70" name="PlaceHolder 5"/>
          <p:cNvSpPr>
            <a:spLocks noGrp="1"/>
          </p:cNvSpPr>
          <p:nvPr>
            <p:ph type="ftr" idx="32"/>
          </p:nvPr>
        </p:nvSpPr>
        <p:spPr>
          <a:xfrm>
            <a:off x="4038480" y="6356520"/>
            <a:ext cx="411444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b="0" lang="en-IN" sz="1400" strike="noStrike" u="none">
                <a:solidFill>
                  <a:srgbClr val="000000"/>
                </a:solidFill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en-IN" sz="1400" strike="noStrike" u="none">
                <a:solidFill>
                  <a:srgbClr val="000000"/>
                </a:solidFill>
                <a:uFillTx/>
                <a:latin typeface="Times New Roman"/>
              </a:rPr>
              <a:t>&lt;footer&gt;</a:t>
            </a:r>
            <a:endParaRPr b="0" lang="en-IN" sz="1400" strike="noStrike" u="none">
              <a:solidFill>
                <a:srgbClr val="000000"/>
              </a:solidFill>
              <a:uFillTx/>
              <a:latin typeface="Times New Roman"/>
            </a:endParaRPr>
          </a:p>
        </p:txBody>
      </p:sp>
      <p:sp>
        <p:nvSpPr>
          <p:cNvPr id="71" name="PlaceHolder 6"/>
          <p:cNvSpPr>
            <a:spLocks noGrp="1"/>
          </p:cNvSpPr>
          <p:nvPr>
            <p:ph type="sldNum" idx="33"/>
          </p:nvPr>
        </p:nvSpPr>
        <p:spPr>
          <a:xfrm>
            <a:off x="86104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IN" sz="1200" strike="noStrike" u="none">
                <a:solidFill>
                  <a:srgbClr val="888888"/>
                </a:solidFill>
                <a:uFillTx/>
                <a:latin typeface="Calibri"/>
                <a:ea typeface="Calibri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CFECFA38-1036-4B0E-8E24-113F5B9BDF19}" type="slidenum">
              <a:rPr b="0" lang="en-IN" sz="1200" strike="noStrike" u="none">
                <a:solidFill>
                  <a:srgbClr val="888888"/>
                </a:solidFill>
                <a:uFillTx/>
                <a:latin typeface="Calibri"/>
                <a:ea typeface="Calibri"/>
              </a:rPr>
              <a:t>&lt;number&gt;</a:t>
            </a:fld>
            <a:endParaRPr b="0" lang="en-IN" sz="1200" strike="noStrike" u="none">
              <a:solidFill>
                <a:srgbClr val="000000"/>
              </a:solidFill>
              <a:uFillTx/>
              <a:latin typeface="Times New Roman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/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image" Target="../media/image3.png"/><Relationship Id="rId2" Type="http://schemas.openxmlformats.org/officeDocument/2006/relationships/image" Target="../media/image3.png"/><Relationship Id="rId3" Type="http://schemas.openxmlformats.org/officeDocument/2006/relationships/image" Target="../media/image2.png"/><Relationship Id="rId4" Type="http://schemas.openxmlformats.org/officeDocument/2006/relationships/slideLayout" Target="../slideLayouts/slideLayout2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10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11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1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3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14.xml.rels><?xml version="1.0" encoding="UTF-8"?>
<Relationships xmlns="http://schemas.openxmlformats.org/package/2006/relationships"><Relationship Id="rId1" Type="http://schemas.openxmlformats.org/officeDocument/2006/relationships/image" Target="../media/image3.png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slideLayout" Target="../slideLayouts/slideLayout2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PlaceHolder 1"/>
          <p:cNvSpPr>
            <a:spLocks noGrp="1"/>
          </p:cNvSpPr>
          <p:nvPr>
            <p:ph type="title"/>
          </p:nvPr>
        </p:nvSpPr>
        <p:spPr>
          <a:xfrm>
            <a:off x="1287720" y="467280"/>
            <a:ext cx="9615960" cy="426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>
              <a:lnSpc>
                <a:spcPct val="90000"/>
              </a:lnSpc>
              <a:buNone/>
              <a:tabLst>
                <a:tab algn="l" pos="0"/>
              </a:tabLst>
            </a:pPr>
            <a:r>
              <a:rPr b="1" lang="en-IN" sz="2000" strike="noStrike" u="none">
                <a:solidFill>
                  <a:schemeClr val="dk1"/>
                </a:solidFill>
                <a:uFillTx/>
                <a:latin typeface="Calibri"/>
                <a:ea typeface="Calibri"/>
              </a:rPr>
              <a:t>Presentation on IHFC Call for Patent/Technology/Prototype Commercialization</a:t>
            </a:r>
            <a:endParaRPr b="0" lang="en-IN" sz="20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73" name="PlaceHolder 2"/>
          <p:cNvSpPr>
            <a:spLocks noGrp="1"/>
          </p:cNvSpPr>
          <p:nvPr>
            <p:ph/>
          </p:nvPr>
        </p:nvSpPr>
        <p:spPr>
          <a:xfrm>
            <a:off x="838080" y="2509560"/>
            <a:ext cx="10515240" cy="3666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rmAutofit/>
          </a:bodyPr>
          <a:p>
            <a:pPr marL="457200" indent="-34308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0" lang="en-IN" sz="2800" strike="noStrike" u="none">
                <a:solidFill>
                  <a:schemeClr val="dk1"/>
                </a:solidFill>
                <a:uFillTx/>
                <a:latin typeface="Calibri"/>
                <a:ea typeface="Calibri"/>
              </a:rPr>
              <a:t>Amal Panwar | Founder, KisaanAI</a:t>
            </a:r>
            <a:endParaRPr b="0" lang="en-IN" sz="2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74" name="Google Shape;91;p1"/>
          <p:cNvSpPr/>
          <p:nvPr/>
        </p:nvSpPr>
        <p:spPr>
          <a:xfrm>
            <a:off x="1166040" y="1542600"/>
            <a:ext cx="9615960" cy="1078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anchor="ctr">
            <a:noAutofit/>
          </a:bodyPr>
          <a:p>
            <a:pPr>
              <a:lnSpc>
                <a:spcPct val="100000"/>
              </a:lnSpc>
            </a:pPr>
            <a:r>
              <a:rPr b="0" lang="en-IN" sz="1400" strike="noStrike" u="none">
                <a:solidFill>
                  <a:srgbClr val="000000"/>
                </a:solidFill>
                <a:uFillTx/>
                <a:latin typeface="Arial"/>
                <a:ea typeface="Arial"/>
              </a:rPr>
              <a:t>KisaanAI: A Source-Grounded SLM Agriculture Intelligence Assistant for Farmers</a:t>
            </a:r>
            <a:endParaRPr b="0" lang="en-IN" sz="14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75" name="Google Shape;92;p1"/>
          <p:cNvSpPr/>
          <p:nvPr/>
        </p:nvSpPr>
        <p:spPr>
          <a:xfrm>
            <a:off x="151560" y="6390720"/>
            <a:ext cx="9615960" cy="457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anchor="t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en-IN" sz="1200" strike="noStrike" u="none">
                <a:solidFill>
                  <a:schemeClr val="dk1"/>
                </a:solidFill>
                <a:uFillTx/>
                <a:latin typeface="Calibri"/>
                <a:ea typeface="Calibri"/>
              </a:rPr>
              <a:t>*Separate proposal for each individual patent is requested.</a:t>
            </a:r>
            <a:endParaRPr b="0" lang="en-IN" sz="1200" strike="noStrike" u="none">
              <a:solidFill>
                <a:srgbClr val="000000"/>
              </a:solidFill>
              <a:uFillTx/>
              <a:latin typeface="Arial"/>
            </a:endParaRPr>
          </a:p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en-IN" sz="12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pic>
        <p:nvPicPr>
          <p:cNvPr id="76" name="Google Shape;93;p1" descr=""/>
          <p:cNvPicPr/>
          <p:nvPr/>
        </p:nvPicPr>
        <p:blipFill>
          <a:blip r:embed="rId1"/>
          <a:stretch/>
        </p:blipFill>
        <p:spPr>
          <a:xfrm>
            <a:off x="11056680" y="152280"/>
            <a:ext cx="982800" cy="98280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5240" cy="13251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>
              <a:lnSpc>
                <a:spcPct val="90000"/>
              </a:lnSpc>
              <a:buNone/>
            </a:pPr>
            <a:r>
              <a:rPr b="0" lang="en-US" sz="4000" strike="noStrike" u="none">
                <a:solidFill>
                  <a:schemeClr val="dk1"/>
                </a:solidFill>
                <a:uFillTx/>
                <a:latin typeface="Calibri"/>
                <a:ea typeface="Calibri"/>
              </a:rPr>
              <a:t>Problem to be addressed</a:t>
            </a:r>
            <a:endParaRPr b="0" lang="en-IN" sz="40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78" name="PlaceHolder 2"/>
          <p:cNvSpPr>
            <a:spLocks noGrp="1"/>
          </p:cNvSpPr>
          <p:nvPr>
            <p:ph/>
          </p:nvPr>
        </p:nvSpPr>
        <p:spPr>
          <a:xfrm>
            <a:off x="838080" y="1825560"/>
            <a:ext cx="10515240" cy="4350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457200" indent="-34308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0" lang="en-IN" sz="2000" strike="noStrike" u="none">
                <a:solidFill>
                  <a:schemeClr val="dk1"/>
                </a:solidFill>
                <a:uFillTx/>
                <a:latin typeface="Calibri"/>
                <a:ea typeface="Calibri"/>
              </a:rPr>
              <a:t>Farmers still make critical decisions using fragmented, delayed, or generic information.</a:t>
            </a:r>
            <a:endParaRPr b="0" lang="en-IN" sz="20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marL="457200" indent="-34308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0" lang="en-IN" sz="2000" strike="noStrike" u="none">
                <a:solidFill>
                  <a:schemeClr val="dk1"/>
                </a:solidFill>
                <a:uFillTx/>
                <a:latin typeface="Calibri"/>
                <a:ea typeface="Calibri"/>
              </a:rPr>
              <a:t>Weather, mandi prices, crop practices, pest advice, and cost data sit in separate systems and are rarely combined into one usable recommendation.</a:t>
            </a:r>
            <a:endParaRPr b="0" lang="en-IN" sz="20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marL="457200" indent="-34308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0" lang="en-IN" sz="2000" strike="noStrike" u="none">
                <a:solidFill>
                  <a:schemeClr val="dk1"/>
                </a:solidFill>
                <a:uFillTx/>
                <a:latin typeface="Calibri"/>
                <a:ea typeface="Calibri"/>
              </a:rPr>
              <a:t>Most AI solutions are LLM-heavy, expensive to scale, and less suitable for low-connectivity rural use.</a:t>
            </a:r>
            <a:endParaRPr b="0" lang="en-IN" sz="20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marL="457200" indent="-34308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0" lang="en-IN" sz="2000" strike="noStrike" u="none">
                <a:solidFill>
                  <a:schemeClr val="dk1"/>
                </a:solidFill>
                <a:uFillTx/>
                <a:latin typeface="Calibri"/>
                <a:ea typeface="Calibri"/>
              </a:rPr>
              <a:t>Generic chatbots may hallucinate, ignore location and crop context, and provide advice without validated source grounding.</a:t>
            </a:r>
            <a:endParaRPr b="0" lang="en-IN" sz="20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marL="457200" indent="-34308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0" lang="en-IN" sz="2000" strike="noStrike" u="none">
                <a:solidFill>
                  <a:schemeClr val="dk1"/>
                </a:solidFill>
                <a:uFillTx/>
                <a:latin typeface="Calibri"/>
                <a:ea typeface="Calibri"/>
              </a:rPr>
              <a:t>There is also no structured loop to learn safely from farmer corrections and convert field feedback into better future recommendations or product insights.</a:t>
            </a:r>
            <a:endParaRPr b="0" lang="en-IN" sz="20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PlaceHolder 1"/>
          <p:cNvSpPr>
            <a:spLocks noGrp="1"/>
          </p:cNvSpPr>
          <p:nvPr>
            <p:ph type="title"/>
          </p:nvPr>
        </p:nvSpPr>
        <p:spPr>
          <a:xfrm>
            <a:off x="838080" y="151920"/>
            <a:ext cx="10515240" cy="9655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rmAutofit/>
          </a:bodyPr>
          <a:p>
            <a:pPr indent="0" algn="ctr">
              <a:lnSpc>
                <a:spcPct val="90000"/>
              </a:lnSpc>
              <a:buNone/>
              <a:tabLst>
                <a:tab algn="l" pos="0"/>
              </a:tabLst>
            </a:pPr>
            <a:r>
              <a:rPr b="1" lang="en-IN" sz="3200" strike="noStrike" u="none">
                <a:solidFill>
                  <a:schemeClr val="dk1"/>
                </a:solidFill>
                <a:uFillTx/>
                <a:latin typeface="Calibri"/>
                <a:ea typeface="Calibri"/>
              </a:rPr>
              <a:t>Details of Technology/Product/Prototype</a:t>
            </a:r>
            <a:endParaRPr b="0" lang="en-IN" sz="32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80" name="PlaceHolder 2"/>
          <p:cNvSpPr>
            <a:spLocks noGrp="1"/>
          </p:cNvSpPr>
          <p:nvPr>
            <p:ph/>
          </p:nvPr>
        </p:nvSpPr>
        <p:spPr>
          <a:xfrm>
            <a:off x="482760" y="1398240"/>
            <a:ext cx="10515240" cy="50943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rmAutofit/>
          </a:bodyPr>
          <a:p>
            <a:pPr marL="228600" indent="0">
              <a:lnSpc>
                <a:spcPct val="90000"/>
              </a:lnSpc>
              <a:buNone/>
            </a:pPr>
            <a:endParaRPr b="0" lang="en-IN" sz="17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marL="457200" indent="-34308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0" lang="en-IN" sz="1700" strike="noStrike" u="none">
                <a:solidFill>
                  <a:schemeClr val="dk1"/>
                </a:solidFill>
                <a:uFillTx/>
                <a:latin typeface="Calibri"/>
                <a:ea typeface="Calibri"/>
              </a:rPr>
              <a:t>TRL: 4-5</a:t>
            </a:r>
            <a:endParaRPr b="0" lang="en-IN" sz="17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marL="457200" indent="-34308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0" lang="en-IN" sz="1700" strike="noStrike" u="none">
                <a:solidFill>
                  <a:schemeClr val="dk1"/>
                </a:solidFill>
                <a:uFillTx/>
                <a:latin typeface="Calibri"/>
                <a:ea typeface="Calibri"/>
              </a:rPr>
              <a:t>Working beta prototype deployed with live weather, mandi prices, crop guidance, CACP cost data, pesticide guidance, and multilingual query handling.</a:t>
            </a:r>
            <a:endParaRPr b="0" lang="en-IN" sz="17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marL="457200" indent="-34308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0" lang="en-IN" sz="1700" strike="noStrike" u="none">
                <a:solidFill>
                  <a:schemeClr val="dk1"/>
                </a:solidFill>
                <a:uFillTx/>
                <a:latin typeface="Calibri"/>
                <a:ea typeface="Calibri"/>
              </a:rPr>
              <a:t>Current stage is field-facing validation with real user flows, follow-up memory, source-grounded responses, and feedback capture.</a:t>
            </a:r>
            <a:endParaRPr b="0" lang="en-IN" sz="17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marL="457200" indent="-34308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0" lang="en-IN" sz="1700" strike="noStrike" u="none">
                <a:solidFill>
                  <a:schemeClr val="dk1"/>
                </a:solidFill>
                <a:uFillTx/>
                <a:latin typeface="Calibri"/>
                <a:ea typeface="Calibri"/>
              </a:rPr>
              <a:t>Status of Patent: Prototype stage; patent filing under evaluation after beta validation.</a:t>
            </a:r>
            <a:endParaRPr b="0" lang="en-IN" sz="17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marL="457200" indent="-34308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0" lang="en-IN" sz="1700" strike="noStrike" u="none">
                <a:solidFill>
                  <a:schemeClr val="dk1"/>
                </a:solidFill>
                <a:uFillTx/>
                <a:latin typeface="Calibri"/>
                <a:ea typeface="Calibri"/>
              </a:rPr>
              <a:t>Patent No.: Not filed yet.</a:t>
            </a:r>
            <a:endParaRPr b="0" lang="en-IN" sz="17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marL="457200" indent="-34308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0" lang="en-IN" sz="1700" strike="noStrike" u="none">
                <a:solidFill>
                  <a:schemeClr val="dk1"/>
                </a:solidFill>
                <a:uFillTx/>
                <a:latin typeface="Calibri"/>
                <a:ea typeface="Calibri"/>
              </a:rPr>
              <a:t>Application Domain: Agriculture advisory, market intelligence, weather risk support, agri-input analytics.</a:t>
            </a:r>
            <a:endParaRPr b="0" lang="en-IN" sz="17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marL="457200" indent="-34308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0" lang="en-IN" sz="1700" strike="noStrike" u="none">
                <a:solidFill>
                  <a:schemeClr val="dk1"/>
                </a:solidFill>
                <a:uFillTx/>
                <a:latin typeface="Calibri"/>
                <a:ea typeface="Calibri"/>
              </a:rPr>
              <a:t>Previous funding: Bootstrapped / internal development support only.</a:t>
            </a:r>
            <a:endParaRPr b="0" lang="en-IN" sz="17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marL="457200" indent="-34308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0" lang="en-IN" sz="1700" strike="noStrike" u="none">
                <a:solidFill>
                  <a:schemeClr val="dk1"/>
                </a:solidFill>
                <a:uFillTx/>
                <a:latin typeface="Calibri"/>
                <a:ea typeface="Calibri"/>
              </a:rPr>
              <a:t>Amount: Nil institutional commercialization funding so far.</a:t>
            </a:r>
            <a:endParaRPr b="0" lang="en-IN" sz="17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marL="457200" indent="-34308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0" lang="en-IN" sz="1700" strike="noStrike" u="none">
                <a:solidFill>
                  <a:schemeClr val="dk1"/>
                </a:solidFill>
                <a:uFillTx/>
                <a:latin typeface="Calibri"/>
                <a:ea typeface="Calibri"/>
              </a:rPr>
              <a:t>Agency/Entity: NA</a:t>
            </a:r>
            <a:endParaRPr b="0" lang="en-IN" sz="17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marL="457200" indent="-34308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0" lang="en-IN" sz="1700" strike="noStrike" u="none">
                <a:solidFill>
                  <a:schemeClr val="dk1"/>
                </a:solidFill>
                <a:uFillTx/>
                <a:latin typeface="Calibri"/>
                <a:ea typeface="Calibri"/>
              </a:rPr>
              <a:t>Funding Objective: Product hardening, farmer pilots, source validation pipeline, mobile/offline-ready SLM deployment, and B2B analytics module.</a:t>
            </a:r>
            <a:endParaRPr b="0" lang="en-IN" sz="17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pic>
        <p:nvPicPr>
          <p:cNvPr id="81" name="Google Shape;100;p2" descr=""/>
          <p:cNvPicPr/>
          <p:nvPr/>
        </p:nvPicPr>
        <p:blipFill>
          <a:blip r:embed="rId1"/>
          <a:stretch/>
        </p:blipFill>
        <p:spPr>
          <a:xfrm>
            <a:off x="11202840" y="75600"/>
            <a:ext cx="888480" cy="88848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2" name="Rectangle 126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0" y="0"/>
            <a:ext cx="12191760" cy="6857640"/>
          </a:xfrm>
          <a:prstGeom prst="rect">
            <a:avLst/>
          </a:prstGeom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400" strike="noStrike" u="none">
              <a:solidFill>
                <a:schemeClr val="lt1"/>
              </a:solidFill>
              <a:uFillTx/>
              <a:latin typeface="Arial"/>
              <a:ea typeface="Arial"/>
            </a:endParaRPr>
          </a:p>
        </p:txBody>
      </p:sp>
      <p:sp>
        <p:nvSpPr>
          <p:cNvPr id="83" name="Rectangle 128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 flipH="1" rot="5400000">
            <a:off x="-1411560" y="1410480"/>
            <a:ext cx="6857640" cy="4037400"/>
          </a:xfrm>
          <a:prstGeom prst="rect">
            <a:avLst/>
          </a:prstGeom>
          <a:gradFill rotWithShape="0">
            <a:gsLst>
              <a:gs pos="8000">
                <a:srgbClr val="000000"/>
              </a:gs>
              <a:gs pos="100000">
                <a:srgbClr val="2f5597"/>
              </a:gs>
            </a:gsLst>
            <a:lin ang="13200000"/>
          </a:gradFill>
          <a:ln w="2556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400" strike="noStrike" u="none">
              <a:solidFill>
                <a:schemeClr val="lt1"/>
              </a:solidFill>
              <a:uFillTx/>
              <a:latin typeface="Arial"/>
              <a:ea typeface="Arial"/>
            </a:endParaRPr>
          </a:p>
        </p:txBody>
      </p:sp>
      <p:sp>
        <p:nvSpPr>
          <p:cNvPr id="84" name="Rectangle 130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 flipH="1" rot="5400000">
            <a:off x="-1411560" y="1420560"/>
            <a:ext cx="6857640" cy="4037400"/>
          </a:xfrm>
          <a:prstGeom prst="rect">
            <a:avLst/>
          </a:prstGeom>
          <a:gradFill rotWithShape="0">
            <a:gsLst>
              <a:gs pos="0">
                <a:srgbClr val="000000">
                  <a:alpha val="0"/>
                </a:srgbClr>
              </a:gs>
              <a:gs pos="99000">
                <a:srgbClr val="4472c4">
                  <a:alpha val="46000"/>
                </a:srgbClr>
              </a:gs>
            </a:gsLst>
            <a:lin ang="14400000"/>
          </a:gradFill>
          <a:ln w="2556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400" strike="noStrike" u="none">
              <a:solidFill>
                <a:schemeClr val="lt1"/>
              </a:solidFill>
              <a:uFillTx/>
              <a:latin typeface="Arial"/>
              <a:ea typeface="Arial"/>
            </a:endParaRPr>
          </a:p>
        </p:txBody>
      </p:sp>
      <p:sp>
        <p:nvSpPr>
          <p:cNvPr id="85" name="Rectangle 132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 flipH="1" rot="5400000">
            <a:off x="766080" y="3588480"/>
            <a:ext cx="2501640" cy="4037400"/>
          </a:xfrm>
          <a:prstGeom prst="rect">
            <a:avLst/>
          </a:prstGeom>
          <a:gradFill rotWithShape="0">
            <a:gsLst>
              <a:gs pos="2000">
                <a:srgbClr val="4472c4">
                  <a:alpha val="29000"/>
                </a:srgbClr>
              </a:gs>
              <a:gs pos="100000">
                <a:srgbClr val="000000">
                  <a:alpha val="30000"/>
                </a:srgbClr>
              </a:gs>
            </a:gsLst>
            <a:lin ang="8400000"/>
          </a:gradFill>
          <a:ln w="2556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400" strike="noStrike" u="none">
              <a:solidFill>
                <a:schemeClr val="lt1"/>
              </a:solidFill>
              <a:uFillTx/>
              <a:latin typeface="Arial"/>
              <a:ea typeface="Arial"/>
            </a:endParaRPr>
          </a:p>
        </p:txBody>
      </p:sp>
      <p:sp>
        <p:nvSpPr>
          <p:cNvPr id="86" name="Freeform: Shape 134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 rot="20635800">
            <a:off x="-501480" y="969480"/>
            <a:ext cx="3899880" cy="4178520"/>
          </a:xfrm>
          <a:custGeom>
            <a:avLst/>
            <a:gdLst>
              <a:gd name="textAreaLeft" fmla="*/ 0 w 3899880"/>
              <a:gd name="textAreaRight" fmla="*/ 3900240 w 3899880"/>
              <a:gd name="textAreaTop" fmla="*/ 0 h 4178520"/>
              <a:gd name="textAreaBottom" fmla="*/ 4178880 h 4178520"/>
            </a:gdLst>
            <a:ahLst/>
            <a:rect l="textAreaLeft" t="textAreaTop" r="textAreaRight" b="textAreaBottom"/>
            <a:pathLst>
              <a:path w="3900357" h="4178958">
                <a:moveTo>
                  <a:pt x="2432225" y="93939"/>
                </a:moveTo>
                <a:cubicBezTo>
                  <a:pt x="3282786" y="358491"/>
                  <a:pt x="3900357" y="1151865"/>
                  <a:pt x="3900357" y="2089479"/>
                </a:cubicBezTo>
                <a:cubicBezTo>
                  <a:pt x="3900357" y="3243466"/>
                  <a:pt x="2964865" y="4178958"/>
                  <a:pt x="1810878" y="4178958"/>
                </a:cubicBezTo>
                <a:cubicBezTo>
                  <a:pt x="1089636" y="4178958"/>
                  <a:pt x="453744" y="3813531"/>
                  <a:pt x="78249" y="3257727"/>
                </a:cubicBezTo>
                <a:lnTo>
                  <a:pt x="0" y="3128923"/>
                </a:lnTo>
                <a:lnTo>
                  <a:pt x="831324" y="244281"/>
                </a:lnTo>
                <a:lnTo>
                  <a:pt x="997559" y="164202"/>
                </a:lnTo>
                <a:cubicBezTo>
                  <a:pt x="1247540" y="58468"/>
                  <a:pt x="1522381" y="0"/>
                  <a:pt x="1810878" y="0"/>
                </a:cubicBezTo>
                <a:cubicBezTo>
                  <a:pt x="2027251" y="0"/>
                  <a:pt x="2235942" y="32888"/>
                  <a:pt x="2432225" y="93939"/>
                </a:cubicBezTo>
                <a:close/>
              </a:path>
            </a:pathLst>
          </a:custGeom>
          <a:gradFill rotWithShape="0">
            <a:gsLst>
              <a:gs pos="29000">
                <a:srgbClr val="000000">
                  <a:alpha val="0"/>
                </a:srgbClr>
              </a:gs>
              <a:gs pos="100000">
                <a:srgbClr val="4472c4">
                  <a:alpha val="43000"/>
                </a:srgbClr>
              </a:gs>
            </a:gsLst>
            <a:lin ang="834000"/>
          </a:gradFill>
          <a:ln w="2556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400" strike="noStrike" u="none">
              <a:solidFill>
                <a:schemeClr val="lt1"/>
              </a:solidFill>
              <a:uFillTx/>
              <a:latin typeface="Arial"/>
              <a:ea typeface="Arial"/>
            </a:endParaRPr>
          </a:p>
        </p:txBody>
      </p:sp>
      <p:sp>
        <p:nvSpPr>
          <p:cNvPr id="87" name="Rectangle 136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 flipH="1" rot="5400000">
            <a:off x="-1488600" y="1410120"/>
            <a:ext cx="6857640" cy="4037400"/>
          </a:xfrm>
          <a:prstGeom prst="rect">
            <a:avLst/>
          </a:prstGeom>
          <a:gradFill rotWithShape="0">
            <a:gsLst>
              <a:gs pos="0">
                <a:srgbClr val="000000">
                  <a:alpha val="0"/>
                </a:srgbClr>
              </a:gs>
              <a:gs pos="99000">
                <a:srgbClr val="8faadc">
                  <a:alpha val="11000"/>
                </a:srgbClr>
              </a:gs>
            </a:gsLst>
            <a:lin ang="9000000"/>
          </a:gradFill>
          <a:ln w="2556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400" strike="noStrike" u="none">
              <a:solidFill>
                <a:schemeClr val="lt1"/>
              </a:solidFill>
              <a:uFillTx/>
              <a:latin typeface="Arial"/>
              <a:ea typeface="Arial"/>
            </a:endParaRPr>
          </a:p>
        </p:txBody>
      </p:sp>
      <p:sp>
        <p:nvSpPr>
          <p:cNvPr id="88" name="PlaceHolder 1"/>
          <p:cNvSpPr>
            <a:spLocks noGrp="1"/>
          </p:cNvSpPr>
          <p:nvPr>
            <p:ph type="title"/>
          </p:nvPr>
        </p:nvSpPr>
        <p:spPr>
          <a:xfrm>
            <a:off x="586440" y="1692720"/>
            <a:ext cx="3115080" cy="23961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rmAutofit fontScale="25000" lnSpcReduction="19999"/>
          </a:bodyPr>
          <a:p>
            <a:pPr indent="0">
              <a:lnSpc>
                <a:spcPct val="90000"/>
              </a:lnSpc>
              <a:spcBef>
                <a:spcPts val="1191"/>
              </a:spcBef>
              <a:spcAft>
                <a:spcPts val="992"/>
              </a:spcAft>
              <a:buNone/>
            </a:pPr>
            <a:r>
              <a:rPr b="1" lang="en-IN" sz="6600" strike="noStrike" u="none">
                <a:solidFill>
                  <a:srgbClr val="ffffff"/>
                </a:solidFill>
                <a:uFillTx/>
                <a:latin typeface="Calibri"/>
                <a:ea typeface="Calibri"/>
              </a:rPr>
              <a:t>SLM-first and source-grounded: Lighter, lower-cost, and more reliable than generic LLM-only tools, with future offline deployment potential.</a:t>
            </a:r>
            <a:br>
              <a:rPr sz="6600"/>
            </a:br>
            <a:br>
              <a:rPr sz="6600"/>
            </a:br>
            <a:br>
              <a:rPr sz="6600"/>
            </a:br>
            <a:r>
              <a:rPr b="1" lang="en-IN" sz="6600" strike="noStrike" u="none">
                <a:solidFill>
                  <a:srgbClr val="ffffff"/>
                </a:solidFill>
                <a:uFillTx/>
                <a:latin typeface="Calibri"/>
                <a:ea typeface="Calibri"/>
              </a:rPr>
              <a:t>Feedback-driven intelligence: Learns from validated farmer feedback to deliver more personalized advice and actionable field insights over time.</a:t>
            </a:r>
            <a:br>
              <a:rPr sz="1000"/>
            </a:br>
            <a:br>
              <a:rPr sz="1000"/>
            </a:br>
            <a:endParaRPr b="0" lang="en-IN" sz="66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pic>
        <p:nvPicPr>
          <p:cNvPr id="89" name="Google Shape;121;p3" descr=""/>
          <p:cNvPicPr/>
          <p:nvPr/>
        </p:nvPicPr>
        <p:blipFill>
          <a:blip r:embed="rId1"/>
          <a:stretch/>
        </p:blipFill>
        <p:spPr>
          <a:xfrm>
            <a:off x="11087280" y="33120"/>
            <a:ext cx="1104480" cy="1104480"/>
          </a:xfrm>
          <a:prstGeom prst="rect">
            <a:avLst/>
          </a:prstGeom>
          <a:ln w="0">
            <a:noFill/>
          </a:ln>
        </p:spPr>
      </p:pic>
      <p:grpSp>
        <p:nvGrpSpPr>
          <p:cNvPr id="90" name="Google Shape;120;p3"/>
          <p:cNvGrpSpPr/>
          <p:nvPr/>
        </p:nvGrpSpPr>
        <p:grpSpPr>
          <a:xfrm>
            <a:off x="4905000" y="750600"/>
            <a:ext cx="6666480" cy="5453640"/>
            <a:chOff x="4905000" y="750600"/>
            <a:chExt cx="6666480" cy="5453640"/>
          </a:xfrm>
        </p:grpSpPr>
        <p:sp>
          <p:nvSpPr>
            <p:cNvPr id="91" name=""/>
            <p:cNvSpPr/>
            <p:nvPr/>
          </p:nvSpPr>
          <p:spPr>
            <a:xfrm>
              <a:off x="4905000" y="750600"/>
              <a:ext cx="6666480" cy="545364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endParaRPr b="0" lang="en-IN" sz="1800" strike="noStrike" u="none">
                <a:solidFill>
                  <a:srgbClr val="000000"/>
                </a:solidFill>
                <a:uFillTx/>
                <a:latin typeface="Arial"/>
              </a:endParaRPr>
            </a:p>
          </p:txBody>
        </p:sp>
        <p:sp>
          <p:nvSpPr>
            <p:cNvPr id="92" name=""/>
            <p:cNvSpPr/>
            <p:nvPr/>
          </p:nvSpPr>
          <p:spPr>
            <a:xfrm>
              <a:off x="4905000" y="754560"/>
              <a:ext cx="6666480" cy="1751400"/>
            </a:xfrm>
            <a:prstGeom prst="roundRect">
              <a:avLst>
                <a:gd name="adj" fmla="val 16667"/>
              </a:avLst>
            </a:prstGeom>
            <a:gradFill rotWithShape="0">
              <a:gsLst>
                <a:gs pos="0">
                  <a:srgbClr val="499be6"/>
                </a:gs>
                <a:gs pos="100000">
                  <a:srgbClr val="b0d0ff"/>
                </a:gs>
              </a:gsLst>
              <a:lin ang="16200000"/>
            </a:gradFill>
            <a:ln w="0">
              <a:noFill/>
            </a:ln>
            <a:effectLst>
              <a:outerShdw dist="23040" dir="5400000" blurRad="39960" rotWithShape="0">
                <a:srgbClr val="000000">
                  <a:alpha val="35000"/>
                </a:srgbClr>
              </a:outerShdw>
            </a:effectLst>
          </p:spPr>
          <p:style>
            <a:lnRef idx="0"/>
            <a:fillRef idx="0"/>
            <a:effectRef idx="0"/>
            <a:fontRef idx="minor"/>
          </p:style>
          <p:txBody>
            <a:bodyPr numCol="1" spcCol="1440" lIns="125640" rIns="125640" tIns="125640" bIns="125640" anchor="ctr">
              <a:noAutofit/>
            </a:bodyPr>
            <a:p>
              <a:pPr defTabSz="1467000">
                <a:lnSpc>
                  <a:spcPct val="90000"/>
                </a:lnSpc>
                <a:spcAft>
                  <a:spcPts val="1154"/>
                </a:spcAft>
                <a:tabLst>
                  <a:tab algn="l" pos="0"/>
                </a:tabLst>
              </a:pPr>
              <a:r>
                <a:rPr b="0" lang="en-IN" sz="3300" strike="noStrike" u="none">
                  <a:solidFill>
                    <a:schemeClr val="lt1"/>
                  </a:solidFill>
                  <a:uFillTx/>
                  <a:latin typeface="Arial"/>
                  <a:ea typeface="Arial"/>
                </a:rPr>
                <a:t>Details of technology/prototype with Video</a:t>
              </a:r>
              <a:endParaRPr b="0" lang="en-IN" sz="3300" strike="noStrike" u="none">
                <a:solidFill>
                  <a:srgbClr val="000000"/>
                </a:solidFill>
                <a:uFillTx/>
                <a:latin typeface="Arial"/>
              </a:endParaRPr>
            </a:p>
          </p:txBody>
        </p:sp>
        <p:sp>
          <p:nvSpPr>
            <p:cNvPr id="93" name=""/>
            <p:cNvSpPr/>
            <p:nvPr/>
          </p:nvSpPr>
          <p:spPr>
            <a:xfrm>
              <a:off x="4905000" y="2601360"/>
              <a:ext cx="6666480" cy="1751400"/>
            </a:xfrm>
            <a:prstGeom prst="roundRect">
              <a:avLst>
                <a:gd name="adj" fmla="val 16667"/>
              </a:avLst>
            </a:prstGeom>
            <a:gradFill rotWithShape="0">
              <a:gsLst>
                <a:gs pos="0">
                  <a:srgbClr val="3ad68d"/>
                </a:gs>
                <a:gs pos="100000">
                  <a:srgbClr val="a6ffcc"/>
                </a:gs>
              </a:gsLst>
              <a:lin ang="16200000"/>
            </a:gradFill>
            <a:ln w="0">
              <a:noFill/>
            </a:ln>
            <a:effectLst>
              <a:outerShdw dist="23040" dir="5400000" blurRad="39960" rotWithShape="0">
                <a:srgbClr val="000000">
                  <a:alpha val="35000"/>
                </a:srgbClr>
              </a:outerShdw>
            </a:effectLst>
          </p:spPr>
          <p:style>
            <a:lnRef idx="0"/>
            <a:fillRef idx="0"/>
            <a:effectRef idx="0"/>
            <a:fontRef idx="minor"/>
          </p:style>
          <p:txBody>
            <a:bodyPr numCol="1" spcCol="1440" lIns="125640" rIns="125640" tIns="125640" bIns="125640" anchor="ctr">
              <a:noAutofit/>
            </a:bodyPr>
            <a:p>
              <a:pPr defTabSz="1467000">
                <a:lnSpc>
                  <a:spcPct val="90000"/>
                </a:lnSpc>
                <a:spcAft>
                  <a:spcPts val="1154"/>
                </a:spcAft>
                <a:tabLst>
                  <a:tab algn="l" pos="0"/>
                </a:tabLst>
              </a:pPr>
              <a:r>
                <a:rPr b="0" lang="en-IN" sz="3300" strike="noStrike" u="none">
                  <a:solidFill>
                    <a:schemeClr val="lt1"/>
                  </a:solidFill>
                  <a:uFillTx/>
                  <a:latin typeface="Arial"/>
                  <a:ea typeface="Arial"/>
                </a:rPr>
                <a:t>Comparison with existing such technologies/patents/prototypes</a:t>
              </a:r>
              <a:endParaRPr b="0" lang="en-IN" sz="3300" strike="noStrike" u="none">
                <a:solidFill>
                  <a:srgbClr val="000000"/>
                </a:solidFill>
                <a:uFillTx/>
                <a:latin typeface="Arial"/>
              </a:endParaRPr>
            </a:p>
          </p:txBody>
        </p:sp>
        <p:sp>
          <p:nvSpPr>
            <p:cNvPr id="94" name=""/>
            <p:cNvSpPr/>
            <p:nvPr/>
          </p:nvSpPr>
          <p:spPr>
            <a:xfrm>
              <a:off x="4905000" y="4448520"/>
              <a:ext cx="6666480" cy="1751400"/>
            </a:xfrm>
            <a:prstGeom prst="roundRect">
              <a:avLst>
                <a:gd name="adj" fmla="val 16667"/>
              </a:avLst>
            </a:prstGeom>
            <a:gradFill rotWithShape="0">
              <a:gsLst>
                <a:gs pos="0">
                  <a:srgbClr val="6cbb38"/>
                </a:gs>
                <a:gs pos="100000">
                  <a:srgbClr val="bafd9e"/>
                </a:gs>
              </a:gsLst>
              <a:lin ang="16200000"/>
            </a:gradFill>
            <a:ln w="0">
              <a:noFill/>
            </a:ln>
            <a:effectLst>
              <a:outerShdw dist="23040" dir="5400000" blurRad="39960" rotWithShape="0">
                <a:srgbClr val="000000">
                  <a:alpha val="35000"/>
                </a:srgbClr>
              </a:outerShdw>
            </a:effectLst>
          </p:spPr>
          <p:style>
            <a:lnRef idx="0"/>
            <a:fillRef idx="0"/>
            <a:effectRef idx="0"/>
            <a:fontRef idx="minor"/>
          </p:style>
          <p:txBody>
            <a:bodyPr numCol="1" spcCol="1440" lIns="125640" rIns="125640" tIns="125640" bIns="125640" anchor="ctr">
              <a:noAutofit/>
            </a:bodyPr>
            <a:p>
              <a:pPr defTabSz="1467000">
                <a:lnSpc>
                  <a:spcPct val="90000"/>
                </a:lnSpc>
                <a:spcAft>
                  <a:spcPts val="1154"/>
                </a:spcAft>
                <a:tabLst>
                  <a:tab algn="l" pos="0"/>
                </a:tabLst>
              </a:pPr>
              <a:r>
                <a:rPr b="0" lang="en-IN" sz="3300" strike="noStrike" u="none">
                  <a:solidFill>
                    <a:schemeClr val="lt1"/>
                  </a:solidFill>
                  <a:uFillTx/>
                  <a:latin typeface="Arial"/>
                  <a:ea typeface="Arial"/>
                </a:rPr>
                <a:t>Environmental impact/Sustainability of the technology</a:t>
              </a:r>
              <a:endParaRPr b="0" lang="en-IN" sz="3300" strike="noStrike" u="none">
                <a:solidFill>
                  <a:srgbClr val="000000"/>
                </a:solidFill>
                <a:uFillTx/>
                <a:latin typeface="Arial"/>
              </a:endParaRPr>
            </a:p>
          </p:txBody>
        </p:sp>
      </p:grpSp>
      <p:sp>
        <p:nvSpPr>
          <p:cNvPr id="95" name="TextBox 137"/>
          <p:cNvSpPr/>
          <p:nvPr/>
        </p:nvSpPr>
        <p:spPr>
          <a:xfrm>
            <a:off x="700560" y="1256040"/>
            <a:ext cx="10606680" cy="2832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endParaRPr b="0" lang="en-IN" sz="14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PlaceHolder 1"/>
          <p:cNvSpPr>
            <a:spLocks noGrp="1"/>
          </p:cNvSpPr>
          <p:nvPr>
            <p:ph type="sldNum" idx="34"/>
          </p:nvPr>
        </p:nvSpPr>
        <p:spPr>
          <a:xfrm>
            <a:off x="86104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IN" sz="1200" strike="noStrike" u="none">
                <a:solidFill>
                  <a:srgbClr val="888888"/>
                </a:solidFill>
                <a:uFillTx/>
                <a:latin typeface="Calibri"/>
                <a:ea typeface="Calibri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C4B4556B-FEDC-40F2-AB55-83A7C7EB4568}" type="slidenum">
              <a:rPr b="0" lang="en-IN" sz="1200" strike="noStrike" u="none">
                <a:solidFill>
                  <a:srgbClr val="888888"/>
                </a:solidFill>
                <a:uFillTx/>
                <a:latin typeface="Calibri"/>
                <a:ea typeface="Calibri"/>
              </a:rPr>
              <a:t>&lt;number&gt;</a:t>
            </a:fld>
            <a:endParaRPr b="0" lang="en-IN" sz="1200" strike="noStrike" u="none">
              <a:solidFill>
                <a:srgbClr val="000000"/>
              </a:solidFill>
              <a:uFillTx/>
              <a:latin typeface="Times New Roman"/>
            </a:endParaRPr>
          </a:p>
        </p:txBody>
      </p:sp>
      <p:pic>
        <p:nvPicPr>
          <p:cNvPr id="97" name="Google Shape;127;g2b5da1ecdad_1_20" descr="Image"/>
          <p:cNvPicPr/>
          <p:nvPr/>
        </p:nvPicPr>
        <p:blipFill>
          <a:blip r:embed="rId1"/>
          <a:stretch/>
        </p:blipFill>
        <p:spPr>
          <a:xfrm>
            <a:off x="274680" y="118800"/>
            <a:ext cx="11642040" cy="68400"/>
          </a:xfrm>
          <a:prstGeom prst="rect">
            <a:avLst/>
          </a:prstGeom>
          <a:ln w="0">
            <a:noFill/>
          </a:ln>
        </p:spPr>
      </p:pic>
      <p:pic>
        <p:nvPicPr>
          <p:cNvPr id="98" name="Google Shape;128;g2b5da1ecdad_1_20" descr="Image"/>
          <p:cNvPicPr/>
          <p:nvPr/>
        </p:nvPicPr>
        <p:blipFill>
          <a:blip r:embed="rId2"/>
          <a:stretch/>
        </p:blipFill>
        <p:spPr>
          <a:xfrm>
            <a:off x="274680" y="6635880"/>
            <a:ext cx="11642040" cy="68400"/>
          </a:xfrm>
          <a:prstGeom prst="rect">
            <a:avLst/>
          </a:prstGeom>
          <a:ln w="0">
            <a:noFill/>
          </a:ln>
        </p:spPr>
      </p:pic>
      <p:sp>
        <p:nvSpPr>
          <p:cNvPr id="99" name="Google Shape;129;g2b5da1ecdad_1_20"/>
          <p:cNvSpPr/>
          <p:nvPr/>
        </p:nvSpPr>
        <p:spPr>
          <a:xfrm>
            <a:off x="485280" y="585360"/>
            <a:ext cx="10506240" cy="1918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anchor="t">
            <a:normAutofit/>
          </a:bodyPr>
          <a:p>
            <a:pPr algn="ctr">
              <a:lnSpc>
                <a:spcPct val="90000"/>
              </a:lnSpc>
              <a:tabLst>
                <a:tab algn="l" pos="0"/>
              </a:tabLst>
            </a:pPr>
            <a:r>
              <a:rPr b="1" lang="en-IN" sz="3200" strike="noStrike" u="none">
                <a:solidFill>
                  <a:schemeClr val="dk1"/>
                </a:solidFill>
                <a:uFillTx/>
                <a:latin typeface="Calibri"/>
                <a:ea typeface="Calibri"/>
              </a:rPr>
              <a:t>National and International Competitors</a:t>
            </a:r>
            <a:endParaRPr b="0" lang="en-IN" sz="32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pic>
        <p:nvPicPr>
          <p:cNvPr id="100" name="Google Shape;130;g2b5da1ecdad_1_20" descr=""/>
          <p:cNvPicPr/>
          <p:nvPr/>
        </p:nvPicPr>
        <p:blipFill>
          <a:blip r:embed="rId3"/>
          <a:stretch/>
        </p:blipFill>
        <p:spPr>
          <a:xfrm>
            <a:off x="11087280" y="187920"/>
            <a:ext cx="1104480" cy="1104480"/>
          </a:xfrm>
          <a:prstGeom prst="rect">
            <a:avLst/>
          </a:prstGeom>
          <a:ln w="0">
            <a:noFill/>
          </a:ln>
        </p:spPr>
      </p:pic>
      <p:sp>
        <p:nvSpPr>
          <p:cNvPr id="101" name="TextBox 130"/>
          <p:cNvSpPr/>
          <p:nvPr/>
        </p:nvSpPr>
        <p:spPr>
          <a:xfrm>
            <a:off x="1097280" y="1645920"/>
            <a:ext cx="9875160" cy="252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IN" sz="2000" strike="noStrike" u="none">
                <a:solidFill>
                  <a:srgbClr val="000000"/>
                </a:solidFill>
                <a:uFillTx/>
                <a:latin typeface="Arial"/>
                <a:ea typeface="Arial"/>
              </a:rPr>
              <a:t>National competitors: advisory apps, weather-only apps, mandi-price dashboards, and crop diagnosis tools that usually solve one problem at a time.</a:t>
            </a:r>
            <a:endParaRPr b="0" lang="en-IN" sz="2000" strike="noStrike" u="none">
              <a:solidFill>
                <a:srgbClr val="000000"/>
              </a:solidFill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IN" sz="2000" strike="noStrike" u="none">
                <a:solidFill>
                  <a:srgbClr val="000000"/>
                </a:solidFill>
                <a:uFillTx/>
                <a:latin typeface="Arial"/>
                <a:ea typeface="Arial"/>
              </a:rPr>
              <a:t>International competitors: generic AI assistants and broad farm-tech platforms that are not deeply localized for Indian languages, districts, crops, and official policy sources.</a:t>
            </a:r>
            <a:endParaRPr b="0" lang="en-IN" sz="2000" strike="noStrike" u="none">
              <a:solidFill>
                <a:srgbClr val="000000"/>
              </a:solidFill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IN" sz="2000" strike="noStrike" u="none">
                <a:solidFill>
                  <a:srgbClr val="000000"/>
                </a:solidFill>
                <a:uFillTx/>
                <a:latin typeface="Arial"/>
                <a:ea typeface="Arial"/>
              </a:rPr>
              <a:t>KisaanAI differentiation: combines localized data fusion, SLM efficiency, source validation, and RLHF-style feedback improvement in one stack.</a:t>
            </a:r>
            <a:endParaRPr b="0" lang="en-IN" sz="2000" strike="noStrike" u="none">
              <a:solidFill>
                <a:srgbClr val="000000"/>
              </a:solidFill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IN" sz="2000" strike="noStrike" u="none">
                <a:solidFill>
                  <a:srgbClr val="000000"/>
                </a:solidFill>
                <a:uFillTx/>
                <a:latin typeface="Arial"/>
                <a:ea typeface="Arial"/>
              </a:rPr>
              <a:t>Result: better trust, lower deployment cost, stronger rural usability, and future offline potential.</a:t>
            </a:r>
            <a:endParaRPr b="0" lang="en-IN" sz="20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PlaceHolder 1"/>
          <p:cNvSpPr>
            <a:spLocks noGrp="1"/>
          </p:cNvSpPr>
          <p:nvPr>
            <p:ph type="title"/>
          </p:nvPr>
        </p:nvSpPr>
        <p:spPr>
          <a:xfrm>
            <a:off x="838080" y="365760"/>
            <a:ext cx="10515240" cy="6303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rmAutofit/>
          </a:bodyPr>
          <a:p>
            <a:pPr indent="0" algn="ctr">
              <a:lnSpc>
                <a:spcPct val="90000"/>
              </a:lnSpc>
              <a:buNone/>
              <a:tabLst>
                <a:tab algn="l" pos="0"/>
              </a:tabLst>
            </a:pPr>
            <a:r>
              <a:rPr b="1" lang="en-IN" sz="3200" strike="noStrike" u="none">
                <a:solidFill>
                  <a:schemeClr val="dk1"/>
                </a:solidFill>
                <a:uFillTx/>
                <a:latin typeface="Calibri"/>
                <a:ea typeface="Calibri"/>
              </a:rPr>
              <a:t>Commercial Potential and Market Demand</a:t>
            </a:r>
            <a:endParaRPr b="0" lang="en-IN" sz="32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103" name="PlaceHolder 2"/>
          <p:cNvSpPr>
            <a:spLocks noGrp="1"/>
          </p:cNvSpPr>
          <p:nvPr>
            <p:ph/>
          </p:nvPr>
        </p:nvSpPr>
        <p:spPr>
          <a:xfrm>
            <a:off x="838080" y="1825560"/>
            <a:ext cx="10515240" cy="4350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rmAutofit/>
          </a:bodyPr>
          <a:p>
            <a:pPr marL="228600" indent="-228600">
              <a:lnSpc>
                <a:spcPct val="90000"/>
              </a:lnSpc>
              <a:buClr>
                <a:srgbClr val="a5a5a5"/>
              </a:buClr>
              <a:buFont typeface="Arial"/>
              <a:buChar char="•"/>
            </a:pPr>
            <a:r>
              <a:rPr b="0" lang="en-IN" sz="1800" strike="noStrike" u="none">
                <a:solidFill>
                  <a:schemeClr val="dk1"/>
                </a:solidFill>
                <a:uFillTx/>
                <a:latin typeface="Calibri"/>
                <a:ea typeface="Calibri"/>
              </a:rPr>
              <a:t>Target beneficiaries: farmers, FPOs, agri-input companies, insurers, lenders, procurement players, NGOs, and government extension programs.</a:t>
            </a:r>
            <a:endParaRPr b="0" lang="en-IN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marL="457200" indent="-34308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0" lang="en-IN" sz="1800" strike="noStrike" u="none">
                <a:solidFill>
                  <a:schemeClr val="dk1"/>
                </a:solidFill>
                <a:uFillTx/>
                <a:latin typeface="Calibri"/>
                <a:ea typeface="Calibri"/>
              </a:rPr>
              <a:t>Revenue channels: B2B dashboard subscriptions, white-labeled advisory deployments, analytics for fertilizer/chemical manufacturers, pilot contracts with FPOs/NGOs, premium API/data services, and transaction-linked market intelligence partnerships.</a:t>
            </a:r>
            <a:endParaRPr b="0" lang="en-IN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marL="457200" indent="-34308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0" lang="en-IN" sz="1800" strike="noStrike" u="none">
                <a:solidFill>
                  <a:schemeClr val="dk1"/>
                </a:solidFill>
                <a:uFillTx/>
                <a:latin typeface="Calibri"/>
                <a:ea typeface="Calibri"/>
              </a:rPr>
              <a:t>Different applications: crop planning, weather risk alerts, cost-of-cultivation support, pesticide guidance, market timing, field feedback analytics, and product-demand mapping.</a:t>
            </a:r>
            <a:endParaRPr b="0" lang="en-IN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marL="457200" indent="-34308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0" lang="en-IN" sz="1800" strike="noStrike" u="none">
                <a:solidFill>
                  <a:schemeClr val="dk1"/>
                </a:solidFill>
                <a:uFillTx/>
                <a:latin typeface="Calibri"/>
                <a:ea typeface="Calibri"/>
              </a:rPr>
              <a:t>Commercial potential: India offers an agritech opportunity estimated around US$24 billion, smart agriculture is projected to grow strongly through 2033, and adjacent agrochemical demand remains large.</a:t>
            </a:r>
            <a:endParaRPr b="0" lang="en-IN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marL="457200" indent="-34308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0" lang="en-IN" sz="1800" strike="noStrike" u="none">
                <a:solidFill>
                  <a:schemeClr val="dk1"/>
                </a:solidFill>
                <a:uFillTx/>
                <a:latin typeface="Calibri"/>
                <a:ea typeface="Calibri"/>
              </a:rPr>
              <a:t>Duration to reach TRL 9: ~12-18 months with structured pilots, product hardening, mobile packaging, and partner-led scale-up.</a:t>
            </a:r>
            <a:endParaRPr b="0" lang="en-IN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pic>
        <p:nvPicPr>
          <p:cNvPr id="104" name="Google Shape;137;p4" descr=""/>
          <p:cNvPicPr/>
          <p:nvPr/>
        </p:nvPicPr>
        <p:blipFill>
          <a:blip r:embed="rId1"/>
          <a:stretch/>
        </p:blipFill>
        <p:spPr>
          <a:xfrm>
            <a:off x="11087280" y="0"/>
            <a:ext cx="1104480" cy="110448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5240" cy="8028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>
              <a:lnSpc>
                <a:spcPct val="90000"/>
              </a:lnSpc>
              <a:buNone/>
              <a:tabLst>
                <a:tab algn="l" pos="0"/>
              </a:tabLst>
            </a:pPr>
            <a:r>
              <a:rPr b="1" lang="en-IN" sz="3600" strike="noStrike" u="none">
                <a:solidFill>
                  <a:schemeClr val="dk1"/>
                </a:solidFill>
                <a:uFillTx/>
                <a:latin typeface="Calibri"/>
                <a:ea typeface="Calibri"/>
              </a:rPr>
              <a:t>Milestone with timelines </a:t>
            </a:r>
            <a:endParaRPr b="0" lang="en-IN" sz="36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106" name="PlaceHolder 2"/>
          <p:cNvSpPr>
            <a:spLocks noGrp="1"/>
          </p:cNvSpPr>
          <p:nvPr>
            <p:ph/>
          </p:nvPr>
        </p:nvSpPr>
        <p:spPr>
          <a:xfrm>
            <a:off x="723960" y="1690560"/>
            <a:ext cx="10515240" cy="4350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rmAutofit/>
          </a:bodyPr>
          <a:p>
            <a:pPr indent="0">
              <a:lnSpc>
                <a:spcPct val="90000"/>
              </a:lnSpc>
              <a:buNone/>
              <a:tabLst>
                <a:tab algn="l" pos="0"/>
              </a:tabLst>
            </a:pPr>
            <a:r>
              <a:rPr b="0" lang="en-IN" sz="1900" strike="noStrike" u="none">
                <a:solidFill>
                  <a:schemeClr val="dk1"/>
                </a:solidFill>
                <a:uFillTx/>
                <a:latin typeface="Calibri"/>
                <a:ea typeface="Calibri"/>
              </a:rPr>
              <a:t>0-3 months: strengthen beta, improve source validation, expand multilingual flows, and onboard pilot farmers/FPOs.</a:t>
            </a:r>
            <a:endParaRPr b="0" lang="en-IN" sz="19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marL="457200" indent="-34308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  <a:tabLst>
                <a:tab algn="l" pos="0"/>
              </a:tabLst>
            </a:pPr>
            <a:r>
              <a:rPr b="0" lang="en-IN" sz="1900" strike="noStrike" u="none">
                <a:solidFill>
                  <a:schemeClr val="dk1"/>
                </a:solidFill>
                <a:uFillTx/>
                <a:latin typeface="Calibri"/>
                <a:ea typeface="Calibri"/>
              </a:rPr>
              <a:t>3-6 months: launch monitored field pilots, refine RLHF-style feedback pipeline, and build partner analytics dashboards.</a:t>
            </a:r>
            <a:endParaRPr b="0" lang="en-IN" sz="19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marL="457200" indent="-34308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  <a:tabLst>
                <a:tab algn="l" pos="0"/>
              </a:tabLst>
            </a:pPr>
            <a:r>
              <a:rPr b="0" lang="en-IN" sz="1900" strike="noStrike" u="none">
                <a:solidFill>
                  <a:schemeClr val="dk1"/>
                </a:solidFill>
                <a:uFillTx/>
                <a:latin typeface="Calibri"/>
                <a:ea typeface="Calibri"/>
              </a:rPr>
              <a:t>6-9 months: integrate B2B reporting for agri-input stakeholders, improve personalization, and package mobile/offline-ready SLM workflows.</a:t>
            </a:r>
            <a:endParaRPr b="0" lang="en-IN" sz="19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marL="457200" indent="-34308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  <a:tabLst>
                <a:tab algn="l" pos="0"/>
              </a:tabLst>
            </a:pPr>
            <a:r>
              <a:rPr b="0" lang="en-IN" sz="1900" strike="noStrike" u="none">
                <a:solidFill>
                  <a:schemeClr val="dk1"/>
                </a:solidFill>
                <a:uFillTx/>
                <a:latin typeface="Calibri"/>
                <a:ea typeface="Calibri"/>
              </a:rPr>
              <a:t>9-12 months: convert pilots into paid deployments, expand districts/crops, and establish repeatable commercialization partnerships.</a:t>
            </a:r>
            <a:endParaRPr b="0" lang="en-IN" sz="19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marL="457200" indent="-34308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  <a:tabLst>
                <a:tab algn="l" pos="0"/>
              </a:tabLst>
            </a:pPr>
            <a:r>
              <a:rPr b="0" lang="en-IN" sz="1900" strike="noStrike" u="none">
                <a:solidFill>
                  <a:schemeClr val="dk1"/>
                </a:solidFill>
                <a:uFillTx/>
                <a:latin typeface="Calibri"/>
                <a:ea typeface="Calibri"/>
              </a:rPr>
              <a:t>12-18 months: move toward TRL 9 through scaled adoption, reliability hardening, and domain-partner rollouts.</a:t>
            </a:r>
            <a:endParaRPr b="0" lang="en-IN" sz="19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pic>
        <p:nvPicPr>
          <p:cNvPr id="107" name="Google Shape;153;p6" descr=""/>
          <p:cNvPicPr/>
          <p:nvPr/>
        </p:nvPicPr>
        <p:blipFill>
          <a:blip r:embed="rId1"/>
          <a:stretch/>
        </p:blipFill>
        <p:spPr>
          <a:xfrm>
            <a:off x="11087280" y="63360"/>
            <a:ext cx="1104480" cy="110448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8" name="Rectangle 118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0" y="0"/>
            <a:ext cx="12191760" cy="6857640"/>
          </a:xfrm>
          <a:prstGeom prst="rect">
            <a:avLst/>
          </a:prstGeom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400" strike="noStrike" u="none">
              <a:solidFill>
                <a:schemeClr val="lt1"/>
              </a:solidFill>
              <a:uFillTx/>
              <a:latin typeface="Arial"/>
              <a:ea typeface="Arial"/>
            </a:endParaRPr>
          </a:p>
        </p:txBody>
      </p:sp>
      <p:sp>
        <p:nvSpPr>
          <p:cNvPr id="109" name="Rectangle 120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 flipH="1" rot="5400000">
            <a:off x="-640080" y="639720"/>
            <a:ext cx="6857640" cy="5578920"/>
          </a:xfrm>
          <a:prstGeom prst="rect">
            <a:avLst/>
          </a:prstGeom>
          <a:gradFill rotWithShape="0">
            <a:gsLst>
              <a:gs pos="8000">
                <a:srgbClr val="000000"/>
              </a:gs>
              <a:gs pos="100000">
                <a:srgbClr val="2f5597"/>
              </a:gs>
            </a:gsLst>
            <a:lin ang="13200000"/>
          </a:gradFill>
          <a:ln w="2556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IN" sz="1900" strike="noStrike" u="none">
                <a:solidFill>
                  <a:schemeClr val="lt1"/>
                </a:solidFill>
                <a:uFillTx/>
                <a:latin typeface="Arial"/>
                <a:ea typeface="Arial"/>
              </a:rPr>
              <a:t>Current strategy is partnership-led scale rather than early dilution.</a:t>
            </a:r>
            <a:endParaRPr b="0" lang="en-IN" sz="1900" strike="noStrike" u="none">
              <a:solidFill>
                <a:srgbClr val="000000"/>
              </a:solidFill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IN" sz="1900" strike="noStrike" u="none">
                <a:solidFill>
                  <a:schemeClr val="lt1"/>
                </a:solidFill>
                <a:uFillTx/>
                <a:latin typeface="Arial"/>
                <a:ea typeface="Arial"/>
              </a:rPr>
              <a:t>Target collaborators: FPOs, KVKs, NGOs, agri-input distributors, fertilizer and crop-protection companies, insurers, and district-level market ecosystem partners.</a:t>
            </a:r>
            <a:endParaRPr b="0" lang="en-IN" sz="1900" strike="noStrike" u="none">
              <a:solidFill>
                <a:srgbClr val="000000"/>
              </a:solidFill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IN" sz="1900" strike="noStrike" u="none">
                <a:solidFill>
                  <a:schemeClr val="lt1"/>
                </a:solidFill>
                <a:uFillTx/>
                <a:latin typeface="Arial"/>
                <a:ea typeface="Arial"/>
              </a:rPr>
              <a:t>Near-term investment approach: grant-backed pilot validation followed by revenue-backed enterprise partnerships and selective strategic capital.</a:t>
            </a:r>
            <a:endParaRPr b="0" lang="en-IN" sz="1900" strike="noStrike" u="none">
              <a:solidFill>
                <a:srgbClr val="000000"/>
              </a:solidFill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IN" sz="1900" strike="noStrike" u="none">
                <a:solidFill>
                  <a:schemeClr val="lt1"/>
                </a:solidFill>
                <a:uFillTx/>
                <a:latin typeface="Arial"/>
                <a:ea typeface="Arial"/>
              </a:rPr>
              <a:t>Commercial logic: use farmer-side adoption to build a high-quality agricultural feedback graph, then monetize trusted advisory + analytics + workflow integrations.</a:t>
            </a:r>
            <a:endParaRPr b="0" lang="en-IN" sz="19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110" name="Rectangle 122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 flipH="1" rot="5400000">
            <a:off x="-393120" y="395640"/>
            <a:ext cx="6345720" cy="5575680"/>
          </a:xfrm>
          <a:prstGeom prst="rect">
            <a:avLst/>
          </a:prstGeom>
          <a:gradFill rotWithShape="0">
            <a:gsLst>
              <a:gs pos="0">
                <a:srgbClr val="000000">
                  <a:alpha val="0"/>
                </a:srgbClr>
              </a:gs>
              <a:gs pos="99000">
                <a:srgbClr val="4472c4">
                  <a:alpha val="0"/>
                </a:srgbClr>
              </a:gs>
            </a:gsLst>
            <a:lin ang="14400000"/>
          </a:gradFill>
          <a:ln w="2556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400" strike="noStrike" u="none">
              <a:solidFill>
                <a:schemeClr val="lt1"/>
              </a:solidFill>
              <a:uFillTx/>
              <a:latin typeface="Arial"/>
              <a:ea typeface="Arial"/>
            </a:endParaRPr>
          </a:p>
        </p:txBody>
      </p:sp>
      <p:sp>
        <p:nvSpPr>
          <p:cNvPr id="111" name="Rectangle 124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 flipH="1" rot="5400000">
            <a:off x="1528560" y="2819160"/>
            <a:ext cx="2501640" cy="5575680"/>
          </a:xfrm>
          <a:prstGeom prst="rect">
            <a:avLst/>
          </a:prstGeom>
          <a:gradFill rotWithShape="0">
            <a:gsLst>
              <a:gs pos="2000">
                <a:srgbClr val="4472c4">
                  <a:alpha val="29000"/>
                </a:srgbClr>
              </a:gs>
              <a:gs pos="100000">
                <a:srgbClr val="000000">
                  <a:alpha val="30000"/>
                </a:srgbClr>
              </a:gs>
            </a:gsLst>
            <a:lin ang="8400000"/>
          </a:gradFill>
          <a:ln w="2556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400" strike="noStrike" u="none">
              <a:solidFill>
                <a:schemeClr val="lt1"/>
              </a:solidFill>
              <a:uFillTx/>
              <a:latin typeface="Arial"/>
              <a:ea typeface="Arial"/>
            </a:endParaRPr>
          </a:p>
        </p:txBody>
      </p:sp>
      <p:sp>
        <p:nvSpPr>
          <p:cNvPr id="112" name="Rectangle 126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 flipH="1" rot="5400000">
            <a:off x="-426600" y="853200"/>
            <a:ext cx="6857640" cy="5151960"/>
          </a:xfrm>
          <a:prstGeom prst="rect">
            <a:avLst/>
          </a:prstGeom>
          <a:gradFill rotWithShape="0">
            <a:gsLst>
              <a:gs pos="0">
                <a:srgbClr val="000000">
                  <a:alpha val="0"/>
                </a:srgbClr>
              </a:gs>
              <a:gs pos="99000">
                <a:srgbClr val="4472c4">
                  <a:alpha val="11000"/>
                </a:srgbClr>
              </a:gs>
            </a:gsLst>
            <a:lin ang="8400000"/>
          </a:gradFill>
          <a:ln w="2556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400" strike="noStrike" u="none">
              <a:solidFill>
                <a:schemeClr val="lt1"/>
              </a:solidFill>
              <a:uFillTx/>
              <a:latin typeface="Arial"/>
              <a:ea typeface="Arial"/>
            </a:endParaRPr>
          </a:p>
        </p:txBody>
      </p:sp>
      <p:sp>
        <p:nvSpPr>
          <p:cNvPr id="113" name="Oval 128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 rot="6097800">
            <a:off x="819360" y="1128240"/>
            <a:ext cx="4317840" cy="4317840"/>
          </a:xfrm>
          <a:prstGeom prst="ellipse">
            <a:avLst/>
          </a:prstGeom>
          <a:gradFill rotWithShape="0">
            <a:gsLst>
              <a:gs pos="39000">
                <a:srgbClr val="4472c4">
                  <a:alpha val="0"/>
                </a:srgbClr>
              </a:gs>
              <a:gs pos="100000">
                <a:srgbClr val="8faadc">
                  <a:alpha val="15000"/>
                </a:srgbClr>
              </a:gs>
            </a:gsLst>
            <a:lin ang="1896000"/>
          </a:gradFill>
          <a:ln w="2556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400" strike="noStrike" u="none">
              <a:solidFill>
                <a:schemeClr val="lt1"/>
              </a:solidFill>
              <a:uFillTx/>
              <a:latin typeface="Arial"/>
              <a:ea typeface="Arial"/>
            </a:endParaRPr>
          </a:p>
        </p:txBody>
      </p:sp>
      <p:sp>
        <p:nvSpPr>
          <p:cNvPr id="114" name="PlaceHolder 1"/>
          <p:cNvSpPr>
            <a:spLocks noGrp="1"/>
          </p:cNvSpPr>
          <p:nvPr>
            <p:ph type="title"/>
          </p:nvPr>
        </p:nvSpPr>
        <p:spPr>
          <a:xfrm>
            <a:off x="826560" y="586800"/>
            <a:ext cx="4229640" cy="33872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rmAutofit/>
          </a:bodyPr>
          <a:p>
            <a:pPr indent="0" algn="r">
              <a:lnSpc>
                <a:spcPct val="90000"/>
              </a:lnSpc>
              <a:buNone/>
              <a:tabLst>
                <a:tab algn="l" pos="0"/>
              </a:tabLst>
            </a:pPr>
            <a:r>
              <a:rPr b="1" lang="en-IN" sz="4000" strike="noStrike" u="none">
                <a:solidFill>
                  <a:srgbClr val="ffffff"/>
                </a:solidFill>
                <a:uFillTx/>
                <a:latin typeface="Calibri"/>
                <a:ea typeface="Calibri"/>
              </a:rPr>
              <a:t>Details of Collaborating Partner and Investment Strategy</a:t>
            </a:r>
            <a:endParaRPr b="0" lang="en-IN" sz="40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115" name="PlaceHolder 2"/>
          <p:cNvSpPr>
            <a:spLocks noGrp="1"/>
          </p:cNvSpPr>
          <p:nvPr>
            <p:ph/>
          </p:nvPr>
        </p:nvSpPr>
        <p:spPr>
          <a:xfrm>
            <a:off x="6503040" y="649440"/>
            <a:ext cx="4862160" cy="55458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rmAutofit/>
          </a:bodyPr>
          <a:p>
            <a:pPr marL="457200" indent="-343080" algn="ctr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0" lang="en-US" sz="2400" strike="noStrike" u="none">
                <a:solidFill>
                  <a:schemeClr val="dk1"/>
                </a:solidFill>
                <a:uFillTx/>
                <a:latin typeface="Arial"/>
                <a:ea typeface="Calibri"/>
              </a:rPr>
              <a:t>No external private investment, venture capital, or corporate funding has been raised for this project till now. The development has largely progressed through </a:t>
            </a:r>
            <a:r>
              <a:rPr b="1" lang="en-US" sz="2400" strike="noStrike" u="none">
                <a:solidFill>
                  <a:schemeClr val="dk1"/>
                </a:solidFill>
                <a:uFillTx/>
                <a:latin typeface="Arial"/>
                <a:ea typeface="Calibri"/>
              </a:rPr>
              <a:t>grant support and internal efforts</a:t>
            </a:r>
            <a:r>
              <a:rPr b="0" lang="en-US" sz="2400" strike="noStrike" u="none">
                <a:solidFill>
                  <a:schemeClr val="dk1"/>
                </a:solidFill>
                <a:uFillTx/>
                <a:latin typeface="Arial"/>
                <a:ea typeface="Calibri"/>
              </a:rPr>
              <a:t>, with a focus on building a strong technical foundation before moving toward large-scale funding.</a:t>
            </a:r>
            <a:endParaRPr b="0" lang="en-IN" sz="24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indent="0" algn="ctr">
              <a:lnSpc>
                <a:spcPct val="90000"/>
              </a:lnSpc>
              <a:buNone/>
              <a:tabLst>
                <a:tab algn="l" pos="0"/>
              </a:tabLst>
            </a:pPr>
            <a:endParaRPr b="0" lang="en-IN" sz="24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pic>
        <p:nvPicPr>
          <p:cNvPr id="116" name="Google Shape;114;g36f0d695c8d_0_0" descr=""/>
          <p:cNvPicPr/>
          <p:nvPr/>
        </p:nvPicPr>
        <p:blipFill>
          <a:blip r:embed="rId1"/>
          <a:stretch/>
        </p:blipFill>
        <p:spPr>
          <a:xfrm>
            <a:off x="11202840" y="75600"/>
            <a:ext cx="888480" cy="88848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PlaceHolder 1"/>
          <p:cNvSpPr>
            <a:spLocks noGrp="1"/>
          </p:cNvSpPr>
          <p:nvPr>
            <p:ph type="title"/>
          </p:nvPr>
        </p:nvSpPr>
        <p:spPr>
          <a:xfrm>
            <a:off x="838080" y="151920"/>
            <a:ext cx="10515240" cy="9655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rmAutofit/>
          </a:bodyPr>
          <a:p>
            <a:pPr indent="0" algn="ctr">
              <a:lnSpc>
                <a:spcPct val="90000"/>
              </a:lnSpc>
              <a:buNone/>
              <a:tabLst>
                <a:tab algn="l" pos="0"/>
              </a:tabLst>
            </a:pPr>
            <a:r>
              <a:rPr b="1" lang="en-IN" sz="3200" strike="noStrike" u="none">
                <a:solidFill>
                  <a:schemeClr val="dk1"/>
                </a:solidFill>
                <a:uFillTx/>
                <a:latin typeface="Calibri"/>
                <a:ea typeface="Calibri"/>
              </a:rPr>
              <a:t>Team Details </a:t>
            </a:r>
            <a:endParaRPr b="0" lang="en-IN" sz="32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118" name="PlaceHolder 2"/>
          <p:cNvSpPr>
            <a:spLocks noGrp="1"/>
          </p:cNvSpPr>
          <p:nvPr>
            <p:ph/>
          </p:nvPr>
        </p:nvSpPr>
        <p:spPr>
          <a:xfrm>
            <a:off x="482760" y="1398240"/>
            <a:ext cx="10515240" cy="50947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rmAutofit/>
          </a:bodyPr>
          <a:p>
            <a:pPr indent="0">
              <a:lnSpc>
                <a:spcPct val="90000"/>
              </a:lnSpc>
              <a:buNone/>
              <a:tabLst>
                <a:tab algn="l" pos="0"/>
              </a:tabLst>
            </a:pPr>
            <a:r>
              <a:rPr b="0" lang="en-IN" sz="1900" strike="noStrike" u="none">
                <a:solidFill>
                  <a:schemeClr val="dk1"/>
                </a:solidFill>
                <a:uFillTx/>
                <a:latin typeface="Calibri"/>
                <a:ea typeface="Calibri"/>
              </a:rPr>
              <a:t>Founder-led AgriTech initiative focused on building a practical, local-language agricultural intelligence system for Indian farmers.</a:t>
            </a:r>
            <a:endParaRPr b="0" lang="en-IN" sz="19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marL="457200" indent="-34308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  <a:tabLst>
                <a:tab algn="l" pos="0"/>
              </a:tabLst>
            </a:pPr>
            <a:r>
              <a:rPr b="0" lang="en-IN" sz="1900" strike="noStrike" u="none">
                <a:solidFill>
                  <a:schemeClr val="dk1"/>
                </a:solidFill>
                <a:uFillTx/>
                <a:latin typeface="Calibri"/>
                <a:ea typeface="Calibri"/>
              </a:rPr>
              <a:t>Core strengths demonstrated in the prototype: AI workflow design, data integration, live market and weather pipelines, source-grounded advisory, feedback capture, and deployment engineering.</a:t>
            </a:r>
            <a:endParaRPr b="0" lang="en-IN" sz="19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marL="457200" indent="-34308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  <a:tabLst>
                <a:tab algn="l" pos="0"/>
              </a:tabLst>
            </a:pPr>
            <a:r>
              <a:rPr b="0" lang="en-IN" sz="1900" strike="noStrike" u="none">
                <a:solidFill>
                  <a:schemeClr val="dk1"/>
                </a:solidFill>
                <a:uFillTx/>
                <a:latin typeface="Calibri"/>
                <a:ea typeface="Calibri"/>
              </a:rPr>
              <a:t>Immediate team-building focus: agronomy experts, field pilot coordinators, and commercialization mentors for GTM, partnerships, and validation at scale.</a:t>
            </a:r>
            <a:endParaRPr b="0" lang="en-IN" sz="19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pic>
        <p:nvPicPr>
          <p:cNvPr id="119" name="Google Shape;107;g31831269629_1_1" descr=""/>
          <p:cNvPicPr/>
          <p:nvPr/>
        </p:nvPicPr>
        <p:blipFill>
          <a:blip r:embed="rId1"/>
          <a:stretch/>
        </p:blipFill>
        <p:spPr>
          <a:xfrm>
            <a:off x="11202840" y="75600"/>
            <a:ext cx="888480" cy="88848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5240" cy="13251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rmAutofit/>
          </a:bodyPr>
          <a:p>
            <a:pPr indent="0" algn="ctr">
              <a:lnSpc>
                <a:spcPct val="90000"/>
              </a:lnSpc>
              <a:buNone/>
              <a:tabLst>
                <a:tab algn="l" pos="0"/>
              </a:tabLst>
            </a:pPr>
            <a:r>
              <a:rPr b="1" lang="en-IN" sz="3200" strike="noStrike" u="none">
                <a:solidFill>
                  <a:schemeClr val="dk1"/>
                </a:solidFill>
                <a:uFillTx/>
                <a:latin typeface="Calibri"/>
                <a:ea typeface="Calibri"/>
              </a:rPr>
              <a:t>Investment Details</a:t>
            </a:r>
            <a:endParaRPr b="0" lang="en-IN" sz="32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121" name="PlaceHolder 2"/>
          <p:cNvSpPr>
            <a:spLocks noGrp="1"/>
          </p:cNvSpPr>
          <p:nvPr>
            <p:ph/>
          </p:nvPr>
        </p:nvSpPr>
        <p:spPr>
          <a:xfrm>
            <a:off x="838080" y="1825560"/>
            <a:ext cx="10515240" cy="4350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rmAutofit/>
          </a:bodyPr>
          <a:p>
            <a:pPr marL="228600" indent="-50760">
              <a:lnSpc>
                <a:spcPct val="90000"/>
              </a:lnSpc>
              <a:buNone/>
              <a:tabLst>
                <a:tab algn="l" pos="0"/>
              </a:tabLst>
            </a:pPr>
            <a:r>
              <a:rPr b="0" lang="en-IN" sz="1900" strike="noStrike" u="none">
                <a:solidFill>
                  <a:schemeClr val="dk1"/>
                </a:solidFill>
                <a:uFillTx/>
                <a:latin typeface="Calibri"/>
                <a:ea typeface="Calibri"/>
              </a:rPr>
              <a:t>Equipment: Rs 5 lakh - edge devices, testing phones, field-demo hardware, and development systems.</a:t>
            </a:r>
            <a:endParaRPr b="0" lang="en-IN" sz="19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marL="457200" indent="-34308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  <a:tabLst>
                <a:tab algn="l" pos="0"/>
              </a:tabLst>
            </a:pPr>
            <a:r>
              <a:rPr b="0" lang="en-IN" sz="1900" strike="noStrike" u="none">
                <a:solidFill>
                  <a:schemeClr val="dk1"/>
                </a:solidFill>
                <a:uFillTx/>
                <a:latin typeface="Calibri"/>
                <a:ea typeface="Calibri"/>
              </a:rPr>
              <a:t>Travel: Rs 2 lakh - pilot visits, farmer interviews, partner meetings, and on-ground validation.</a:t>
            </a:r>
            <a:endParaRPr b="0" lang="en-IN" sz="19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marL="457200" indent="-34308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  <a:tabLst>
                <a:tab algn="l" pos="0"/>
              </a:tabLst>
            </a:pPr>
            <a:r>
              <a:rPr b="0" lang="en-IN" sz="1900" strike="noStrike" u="none">
                <a:solidFill>
                  <a:schemeClr val="dk1"/>
                </a:solidFill>
                <a:uFillTx/>
                <a:latin typeface="Calibri"/>
                <a:ea typeface="Calibri"/>
              </a:rPr>
              <a:t>Manpower: Rs 12 lakh - engineering, agronomy validation support, data operations, and pilot coordination.</a:t>
            </a:r>
            <a:endParaRPr b="0" lang="en-IN" sz="19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marL="457200" indent="-34308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  <a:tabLst>
                <a:tab algn="l" pos="0"/>
              </a:tabLst>
            </a:pPr>
            <a:r>
              <a:rPr b="0" lang="en-IN" sz="1900" strike="noStrike" u="none">
                <a:solidFill>
                  <a:schemeClr val="dk1"/>
                </a:solidFill>
                <a:uFillTx/>
                <a:latin typeface="Calibri"/>
                <a:ea typeface="Calibri"/>
              </a:rPr>
              <a:t>Consumables / cloud / data operations: Rs 4 lakh - hosting, APIs, data processing, and deployment support.</a:t>
            </a:r>
            <a:endParaRPr b="0" lang="en-IN" sz="19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marL="457200" indent="-34308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  <a:tabLst>
                <a:tab algn="l" pos="0"/>
              </a:tabLst>
            </a:pPr>
            <a:r>
              <a:rPr b="0" lang="en-IN" sz="1900" strike="noStrike" u="none">
                <a:solidFill>
                  <a:schemeClr val="dk1"/>
                </a:solidFill>
                <a:uFillTx/>
                <a:latin typeface="Calibri"/>
                <a:ea typeface="Calibri"/>
              </a:rPr>
              <a:t>Contingency: Rs 2 lakh - unexpected field, compliance, and integration needs.</a:t>
            </a:r>
            <a:endParaRPr b="0" lang="en-IN" sz="19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marL="457200" indent="-34308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  <a:tabLst>
                <a:tab algn="l" pos="0"/>
              </a:tabLst>
            </a:pPr>
            <a:r>
              <a:rPr b="0" lang="en-IN" sz="1900" strike="noStrike" u="none">
                <a:solidFill>
                  <a:schemeClr val="dk1"/>
                </a:solidFill>
                <a:uFillTx/>
                <a:latin typeface="Calibri"/>
                <a:ea typeface="Calibri"/>
              </a:rPr>
              <a:t>Total proposed support: Rs 25 lakh.</a:t>
            </a:r>
            <a:endParaRPr b="0" lang="en-IN" sz="19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pic>
        <p:nvPicPr>
          <p:cNvPr id="122" name="Google Shape;160;p7" descr=""/>
          <p:cNvPicPr/>
          <p:nvPr/>
        </p:nvPicPr>
        <p:blipFill>
          <a:blip r:embed="rId1"/>
          <a:stretch/>
        </p:blipFill>
        <p:spPr>
          <a:xfrm>
            <a:off x="11087280" y="0"/>
            <a:ext cx="1104480" cy="110448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5240" cy="6505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rmAutofit/>
          </a:bodyPr>
          <a:p>
            <a:pPr indent="0" algn="ctr">
              <a:lnSpc>
                <a:spcPct val="90000"/>
              </a:lnSpc>
              <a:buNone/>
              <a:tabLst>
                <a:tab algn="l" pos="0"/>
              </a:tabLst>
            </a:pPr>
            <a:r>
              <a:rPr b="1" lang="en-IN" sz="3600" strike="noStrike" u="none">
                <a:solidFill>
                  <a:schemeClr val="dk1"/>
                </a:solidFill>
                <a:uFillTx/>
                <a:latin typeface="Calibri"/>
                <a:ea typeface="Calibri"/>
              </a:rPr>
              <a:t>Expectation from IHFC</a:t>
            </a:r>
            <a:endParaRPr b="0" lang="en-IN" sz="36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124" name="PlaceHolder 2"/>
          <p:cNvSpPr>
            <a:spLocks noGrp="1"/>
          </p:cNvSpPr>
          <p:nvPr>
            <p:ph/>
          </p:nvPr>
        </p:nvSpPr>
        <p:spPr>
          <a:xfrm>
            <a:off x="838080" y="1825560"/>
            <a:ext cx="10515240" cy="4350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rmAutofit/>
          </a:bodyPr>
          <a:p>
            <a:pPr marL="228600" indent="-228600">
              <a:lnSpc>
                <a:spcPct val="90000"/>
              </a:lnSpc>
              <a:buClr>
                <a:srgbClr val="a5a5a5"/>
              </a:buClr>
              <a:buFont typeface="Arial"/>
              <a:buChar char="•"/>
            </a:pPr>
            <a:r>
              <a:rPr b="0" lang="en-IN" sz="1800" strike="noStrike" u="none">
                <a:solidFill>
                  <a:schemeClr val="dk1"/>
                </a:solidFill>
                <a:uFillTx/>
                <a:latin typeface="Calibri"/>
                <a:ea typeface="Calibri"/>
              </a:rPr>
              <a:t>Commercialization support: pilot introductions, strategic mentorship, and product-market fit validation with agriculture ecosystem partners.</a:t>
            </a:r>
            <a:endParaRPr b="0" lang="en-IN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marL="457200" indent="-34308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0" lang="en-IN" sz="1800" strike="noStrike" u="none">
                <a:solidFill>
                  <a:schemeClr val="dk1"/>
                </a:solidFill>
                <a:uFillTx/>
                <a:latin typeface="Calibri"/>
                <a:ea typeface="Calibri"/>
              </a:rPr>
              <a:t>Funds requirement: Rs 25 lakh for product hardening, beta pilots, source-validation workflows, and analytics packaging.</a:t>
            </a:r>
            <a:endParaRPr b="0" lang="en-IN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marL="457200" indent="-34308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0" lang="en-IN" sz="1800" strike="noStrike" u="none">
                <a:solidFill>
                  <a:schemeClr val="dk1"/>
                </a:solidFill>
                <a:uFillTx/>
                <a:latin typeface="Calibri"/>
                <a:ea typeface="Calibri"/>
              </a:rPr>
              <a:t>Mentorship required: agribusiness GTM, channel partnerships, regulatory positioning, and enterprise sales strategy.</a:t>
            </a:r>
            <a:endParaRPr b="0" lang="en-IN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marL="457200" indent="-34308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0" lang="en-IN" sz="1800" strike="noStrike" u="none">
                <a:solidFill>
                  <a:schemeClr val="dk1"/>
                </a:solidFill>
                <a:uFillTx/>
                <a:latin typeface="Calibri"/>
                <a:ea typeface="Calibri"/>
              </a:rPr>
              <a:t>Space and ecosystem required: access to innovation network, agri pilot partners, farmer communities, and industry connects.</a:t>
            </a:r>
            <a:endParaRPr b="0" lang="en-IN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marL="457200" indent="-34308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0" lang="en-IN" sz="1800" strike="noStrike" u="none">
                <a:solidFill>
                  <a:schemeClr val="dk1"/>
                </a:solidFill>
                <a:uFillTx/>
                <a:latin typeface="Calibri"/>
                <a:ea typeface="Calibri"/>
              </a:rPr>
              <a:t>Commercialisation role: KisaanAI team will execute product development, deployment, field learning, and partner delivery; IHFC can accelerate validation and go-to-market readiness.</a:t>
            </a:r>
            <a:endParaRPr b="0" lang="en-IN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pic>
        <p:nvPicPr>
          <p:cNvPr id="125" name="Google Shape;167;p8" descr=""/>
          <p:cNvPicPr/>
          <p:nvPr/>
        </p:nvPicPr>
        <p:blipFill>
          <a:blip r:embed="rId1"/>
          <a:stretch/>
        </p:blipFill>
        <p:spPr>
          <a:xfrm>
            <a:off x="11017440" y="138240"/>
            <a:ext cx="1104480" cy="110448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PlaceHolder 1"/>
          <p:cNvSpPr>
            <a:spLocks noGrp="1"/>
          </p:cNvSpPr>
          <p:nvPr>
            <p:ph type="title"/>
          </p:nvPr>
        </p:nvSpPr>
        <p:spPr>
          <a:xfrm>
            <a:off x="838080" y="151920"/>
            <a:ext cx="10515240" cy="13251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>
              <a:lnSpc>
                <a:spcPct val="90000"/>
              </a:lnSpc>
              <a:buNone/>
              <a:tabLst>
                <a:tab algn="l" pos="0"/>
              </a:tabLst>
            </a:pPr>
            <a:r>
              <a:rPr b="1" lang="en-IN" sz="2800" strike="noStrike" u="none">
                <a:solidFill>
                  <a:schemeClr val="dk1"/>
                </a:solidFill>
                <a:uFillTx/>
                <a:latin typeface="Calibri"/>
                <a:ea typeface="Calibri"/>
              </a:rPr>
              <a:t>Legal framework required for achieving the commercialization of your patent/technology/prototype, if any, Details</a:t>
            </a:r>
            <a:endParaRPr b="0" lang="en-IN" sz="2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127" name="PlaceHolder 2"/>
          <p:cNvSpPr>
            <a:spLocks noGrp="1"/>
          </p:cNvSpPr>
          <p:nvPr>
            <p:ph/>
          </p:nvPr>
        </p:nvSpPr>
        <p:spPr>
          <a:xfrm>
            <a:off x="838080" y="1551240"/>
            <a:ext cx="10515240" cy="4350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rmAutofit/>
          </a:bodyPr>
          <a:p>
            <a:pPr marL="228600" indent="-228600">
              <a:lnSpc>
                <a:spcPct val="90000"/>
              </a:lnSpc>
              <a:buClr>
                <a:srgbClr val="a5a5a5"/>
              </a:buClr>
              <a:buFont typeface="Arial"/>
              <a:buChar char="•"/>
            </a:pPr>
            <a:r>
              <a:rPr b="0" lang="en-IN" sz="1800" strike="noStrike" u="none">
                <a:solidFill>
                  <a:schemeClr val="dk1"/>
                </a:solidFill>
                <a:uFillTx/>
                <a:latin typeface="Calibri"/>
                <a:ea typeface="Calibri"/>
              </a:rPr>
              <a:t>IP strategy: protect the source-grounded advisory workflow, feedback-learning pipeline, and domain-specific intelligence architecture where applicable.</a:t>
            </a:r>
            <a:endParaRPr b="0" lang="en-IN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marL="457200" indent="-34308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0" lang="en-IN" sz="1800" strike="noStrike" u="none">
                <a:solidFill>
                  <a:schemeClr val="dk1"/>
                </a:solidFill>
                <a:uFillTx/>
                <a:latin typeface="Calibri"/>
                <a:ea typeface="Calibri"/>
              </a:rPr>
              <a:t>Regulatory and safety compliance: maintain clear advisory disclaimers, align pesticide recommendations with label guidance and official source material, and preserve auditable answer provenance.</a:t>
            </a:r>
            <a:endParaRPr b="0" lang="en-IN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marL="457200" indent="-34308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0" lang="en-IN" sz="1800" strike="noStrike" u="none">
                <a:solidFill>
                  <a:schemeClr val="dk1"/>
                </a:solidFill>
                <a:uFillTx/>
                <a:latin typeface="Calibri"/>
                <a:ea typeface="Calibri"/>
              </a:rPr>
              <a:t>Data governance: explicit user consent, secure handling of farmer feedback, role-based partner access, and clear rules for reuse of anonymized field data.</a:t>
            </a:r>
            <a:endParaRPr b="0" lang="en-IN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marL="457200" indent="-34308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0" lang="en-IN" sz="1800" strike="noStrike" u="none">
                <a:solidFill>
                  <a:schemeClr val="dk1"/>
                </a:solidFill>
                <a:uFillTx/>
                <a:latin typeface="Calibri"/>
                <a:ea typeface="Calibri"/>
              </a:rPr>
              <a:t>MoU / agreements: to be developed with pilot partners, enterprise customers, and data-sharing collaborators during commercialization.</a:t>
            </a:r>
            <a:endParaRPr b="0" lang="en-IN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marL="457200" indent="-34308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0" lang="en-IN" sz="1800" strike="noStrike" u="none">
                <a:solidFill>
                  <a:schemeClr val="dk1"/>
                </a:solidFill>
                <a:uFillTx/>
                <a:latin typeface="Calibri"/>
                <a:ea typeface="Calibri"/>
              </a:rPr>
              <a:t>Investor / licensing framework: future agreements to define IP ownership, revenue share, and sector-specific deployment rights.</a:t>
            </a:r>
            <a:endParaRPr b="0" lang="en-IN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PlaceHolder 1"/>
          <p:cNvSpPr>
            <a:spLocks noGrp="1"/>
          </p:cNvSpPr>
          <p:nvPr>
            <p:ph type="title"/>
          </p:nvPr>
        </p:nvSpPr>
        <p:spPr>
          <a:xfrm>
            <a:off x="838080" y="222840"/>
            <a:ext cx="10515240" cy="1046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rmAutofit/>
          </a:bodyPr>
          <a:p>
            <a:pPr indent="0" algn="ctr">
              <a:lnSpc>
                <a:spcPct val="90000"/>
              </a:lnSpc>
              <a:buNone/>
              <a:tabLst>
                <a:tab algn="l" pos="0"/>
              </a:tabLst>
            </a:pPr>
            <a:r>
              <a:rPr b="1" lang="en-IN" sz="3200" strike="noStrike" u="none">
                <a:solidFill>
                  <a:schemeClr val="dk1"/>
                </a:solidFill>
                <a:uFillTx/>
                <a:latin typeface="Calibri"/>
                <a:ea typeface="Calibri"/>
              </a:rPr>
              <a:t>Publications from this technology/prototype/patent, if any</a:t>
            </a:r>
            <a:endParaRPr b="0" lang="en-IN" sz="32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129" name="PlaceHolder 2"/>
          <p:cNvSpPr>
            <a:spLocks noGrp="1"/>
          </p:cNvSpPr>
          <p:nvPr>
            <p:ph/>
          </p:nvPr>
        </p:nvSpPr>
        <p:spPr>
          <a:xfrm>
            <a:off x="838080" y="1500480"/>
            <a:ext cx="10515240" cy="4350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rmAutofit/>
          </a:bodyPr>
          <a:p>
            <a:pPr indent="0">
              <a:lnSpc>
                <a:spcPct val="90000"/>
              </a:lnSpc>
              <a:buNone/>
              <a:tabLst>
                <a:tab algn="l" pos="0"/>
              </a:tabLst>
            </a:pPr>
            <a:r>
              <a:rPr b="0" lang="en-IN" sz="2000" strike="noStrike" u="none">
                <a:solidFill>
                  <a:schemeClr val="dk1"/>
                </a:solidFill>
                <a:uFillTx/>
                <a:latin typeface="Calibri"/>
                <a:ea typeface="Calibri"/>
              </a:rPr>
              <a:t>No formal publications yet.</a:t>
            </a:r>
            <a:endParaRPr b="0" lang="en-IN" sz="20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marL="457200" indent="-34308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  <a:tabLst>
                <a:tab algn="l" pos="0"/>
              </a:tabLst>
            </a:pPr>
            <a:r>
              <a:rPr b="0" lang="en-IN" sz="2000" strike="noStrike" u="none">
                <a:solidFill>
                  <a:schemeClr val="dk1"/>
                </a:solidFill>
                <a:uFillTx/>
                <a:latin typeface="Calibri"/>
                <a:ea typeface="Calibri"/>
              </a:rPr>
              <a:t>Current focus is prototype deployment, field validation, source-grounded improvement, and commercialization readiness.</a:t>
            </a:r>
            <a:endParaRPr b="0" lang="en-IN" sz="20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marL="457200" indent="-34308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  <a:tabLst>
                <a:tab algn="l" pos="0"/>
              </a:tabLst>
            </a:pPr>
            <a:r>
              <a:rPr b="0" lang="en-IN" sz="2000" strike="noStrike" u="none">
                <a:solidFill>
                  <a:schemeClr val="dk1"/>
                </a:solidFill>
                <a:uFillTx/>
                <a:latin typeface="Calibri"/>
                <a:ea typeface="Calibri"/>
              </a:rPr>
              <a:t>The next outputs can include pilot learnings, domain validation notes, and product-performance case studies.</a:t>
            </a:r>
            <a:endParaRPr b="0" lang="en-IN" sz="20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pic>
        <p:nvPicPr>
          <p:cNvPr id="130" name="Google Shape;180;p10" descr=""/>
          <p:cNvPicPr/>
          <p:nvPr/>
        </p:nvPicPr>
        <p:blipFill>
          <a:blip r:embed="rId1"/>
          <a:stretch/>
        </p:blipFill>
        <p:spPr>
          <a:xfrm>
            <a:off x="11087280" y="0"/>
            <a:ext cx="1104480" cy="110448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PlaceHolder 1"/>
          <p:cNvSpPr>
            <a:spLocks noGrp="1"/>
          </p:cNvSpPr>
          <p:nvPr>
            <p:ph type="sldNum" idx="35"/>
          </p:nvPr>
        </p:nvSpPr>
        <p:spPr>
          <a:xfrm>
            <a:off x="86104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IN" sz="1200" strike="noStrike" u="none">
                <a:solidFill>
                  <a:srgbClr val="888888"/>
                </a:solidFill>
                <a:uFillTx/>
                <a:latin typeface="Calibri"/>
                <a:ea typeface="Calibri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532739B3-C160-4366-8F1B-69B65F4498EF}" type="slidenum">
              <a:rPr b="0" lang="en-IN" sz="1200" strike="noStrike" u="none">
                <a:solidFill>
                  <a:srgbClr val="888888"/>
                </a:solidFill>
                <a:uFillTx/>
                <a:latin typeface="Calibri"/>
                <a:ea typeface="Calibri"/>
              </a:rPr>
              <a:t>&lt;number&gt;</a:t>
            </a:fld>
            <a:endParaRPr b="0" lang="en-IN" sz="1200" strike="noStrike" u="none">
              <a:solidFill>
                <a:srgbClr val="000000"/>
              </a:solidFill>
              <a:uFillTx/>
              <a:latin typeface="Times New Roman"/>
            </a:endParaRPr>
          </a:p>
        </p:txBody>
      </p:sp>
      <p:pic>
        <p:nvPicPr>
          <p:cNvPr id="132" name="Google Shape;186;p11" descr="Image"/>
          <p:cNvPicPr/>
          <p:nvPr/>
        </p:nvPicPr>
        <p:blipFill>
          <a:blip r:embed="rId1"/>
          <a:stretch/>
        </p:blipFill>
        <p:spPr>
          <a:xfrm>
            <a:off x="274680" y="146880"/>
            <a:ext cx="11642040" cy="68400"/>
          </a:xfrm>
          <a:prstGeom prst="rect">
            <a:avLst/>
          </a:prstGeom>
          <a:ln w="0">
            <a:noFill/>
          </a:ln>
        </p:spPr>
      </p:pic>
      <p:pic>
        <p:nvPicPr>
          <p:cNvPr id="133" name="Google Shape;187;p11" descr="Image"/>
          <p:cNvPicPr/>
          <p:nvPr/>
        </p:nvPicPr>
        <p:blipFill>
          <a:blip r:embed="rId2"/>
          <a:stretch/>
        </p:blipFill>
        <p:spPr>
          <a:xfrm>
            <a:off x="274680" y="6635880"/>
            <a:ext cx="11642040" cy="68400"/>
          </a:xfrm>
          <a:prstGeom prst="rect">
            <a:avLst/>
          </a:prstGeom>
          <a:ln w="0">
            <a:noFill/>
          </a:ln>
        </p:spPr>
      </p:pic>
      <p:pic>
        <p:nvPicPr>
          <p:cNvPr id="134" name="Google Shape;188;p11" descr="iit delhi logo.png"/>
          <p:cNvPicPr/>
          <p:nvPr/>
        </p:nvPicPr>
        <p:blipFill>
          <a:blip r:embed="rId3"/>
          <a:stretch/>
        </p:blipFill>
        <p:spPr>
          <a:xfrm>
            <a:off x="11044080" y="242280"/>
            <a:ext cx="1062720" cy="1062720"/>
          </a:xfrm>
          <a:prstGeom prst="rect">
            <a:avLst/>
          </a:prstGeom>
          <a:ln w="0">
            <a:noFill/>
          </a:ln>
        </p:spPr>
      </p:pic>
      <p:sp>
        <p:nvSpPr>
          <p:cNvPr id="135" name="Google Shape;189;p11"/>
          <p:cNvSpPr/>
          <p:nvPr/>
        </p:nvSpPr>
        <p:spPr>
          <a:xfrm>
            <a:off x="119520" y="519840"/>
            <a:ext cx="10506240" cy="1918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anchor="t">
            <a:normAutofit/>
          </a:bodyPr>
          <a:p>
            <a:pPr algn="ctr">
              <a:lnSpc>
                <a:spcPct val="90000"/>
              </a:lnSpc>
              <a:tabLst>
                <a:tab algn="l" pos="0"/>
              </a:tabLst>
            </a:pPr>
            <a:r>
              <a:rPr b="0" lang="en-IN" sz="4400" strike="noStrike" u="none">
                <a:solidFill>
                  <a:schemeClr val="dk1"/>
                </a:solidFill>
                <a:uFillTx/>
                <a:latin typeface="Calibri"/>
                <a:ea typeface="Calibri"/>
              </a:rPr>
              <a:t>Required Information</a:t>
            </a:r>
            <a:endParaRPr b="0" lang="en-IN" sz="44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graphicFrame>
        <p:nvGraphicFramePr>
          <p:cNvPr id="136" name="Google Shape;190;p11"/>
          <p:cNvGraphicFramePr/>
          <p:nvPr/>
        </p:nvGraphicFramePr>
        <p:xfrm>
          <a:off x="659520" y="1799280"/>
          <a:ext cx="10863000" cy="4061160"/>
        </p:xfrm>
        <a:graphic>
          <a:graphicData uri="http://schemas.openxmlformats.org/drawingml/2006/table">
            <a:tbl>
              <a:tblPr/>
              <a:tblGrid>
                <a:gridCol w="623880"/>
                <a:gridCol w="3735720"/>
                <a:gridCol w="6503760"/>
              </a:tblGrid>
              <a:tr h="346320">
                <a:tc>
                  <a:txBody>
                    <a:bodyPr lIns="4320" rIns="4320" tIns="4320" bIns="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1" lang="en-IN" sz="1800" strike="noStrike" u="none">
                          <a:solidFill>
                            <a:schemeClr val="dk1"/>
                          </a:solidFill>
                          <a:uFillTx/>
                          <a:latin typeface="Arial"/>
                          <a:ea typeface="Arial"/>
                        </a:rPr>
                        <a:t>S.No.</a:t>
                      </a:r>
                      <a:endParaRPr b="0" lang="en-IN" sz="1800" strike="noStrike" u="none">
                        <a:solidFill>
                          <a:srgbClr val="000000"/>
                        </a:solidFill>
                        <a:uFillTx/>
                        <a:latin typeface="Arial"/>
                      </a:endParaRPr>
                    </a:p>
                  </a:txBody>
                  <a:tcPr anchor="t" marL="4320" marR="43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8ebf5"/>
                    </a:solidFill>
                  </a:tcPr>
                </a:tc>
                <a:tc>
                  <a:txBody>
                    <a:bodyPr lIns="4320" rIns="4320" tIns="4320" bIns="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1" lang="en-IN" sz="1800" strike="noStrike" u="none">
                          <a:solidFill>
                            <a:schemeClr val="dk1"/>
                          </a:solidFill>
                          <a:uFillTx/>
                          <a:latin typeface="Calibri"/>
                          <a:ea typeface="Calibri"/>
                        </a:rPr>
                        <a:t>Questions</a:t>
                      </a:r>
                      <a:endParaRPr b="0" lang="en-IN" sz="1800" strike="noStrike" u="none">
                        <a:solidFill>
                          <a:srgbClr val="000000"/>
                        </a:solidFill>
                        <a:uFillTx/>
                        <a:latin typeface="Arial"/>
                      </a:endParaRPr>
                    </a:p>
                  </a:txBody>
                  <a:tcPr anchor="t" marL="4320" marR="43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8ebf5"/>
                    </a:solidFill>
                  </a:tcPr>
                </a:tc>
                <a:tc>
                  <a:txBody>
                    <a:bodyPr lIns="4320" rIns="4320" tIns="4320" bIns="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1" lang="en-IN" sz="1800" strike="noStrike" u="none">
                          <a:solidFill>
                            <a:schemeClr val="dk1"/>
                          </a:solidFill>
                          <a:uFillTx/>
                          <a:latin typeface="Arial"/>
                          <a:ea typeface="Arial"/>
                        </a:rPr>
                        <a:t>Answers</a:t>
                      </a:r>
                      <a:endParaRPr b="0" lang="en-IN" sz="1800" strike="noStrike" u="none">
                        <a:solidFill>
                          <a:srgbClr val="000000"/>
                        </a:solidFill>
                        <a:uFillTx/>
                        <a:latin typeface="Arial"/>
                      </a:endParaRPr>
                    </a:p>
                  </a:txBody>
                  <a:tcPr anchor="t" marL="4320" marR="43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8ebf5"/>
                    </a:solidFill>
                  </a:tcPr>
                </a:tc>
              </a:tr>
              <a:tr h="293040">
                <a:tc>
                  <a:txBody>
                    <a:bodyPr lIns="4320" rIns="4320" tIns="4320" bIns="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0" lang="en-IN" sz="1200" strike="noStrike" u="none">
                          <a:solidFill>
                            <a:schemeClr val="dk1"/>
                          </a:solidFill>
                          <a:uFillTx/>
                          <a:latin typeface="Calibri"/>
                          <a:ea typeface="Calibri"/>
                        </a:rPr>
                        <a:t>1</a:t>
                      </a:r>
                      <a:endParaRPr b="0" lang="en-IN" sz="1200" strike="noStrike" u="none">
                        <a:solidFill>
                          <a:srgbClr val="000000"/>
                        </a:solidFill>
                        <a:uFillTx/>
                        <a:latin typeface="Arial"/>
                      </a:endParaRPr>
                    </a:p>
                  </a:txBody>
                  <a:tcPr anchor="t" marL="4320" marR="43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8ebf5"/>
                    </a:solidFill>
                  </a:tcPr>
                </a:tc>
                <a:tc>
                  <a:txBody>
                    <a:bodyPr lIns="4320" rIns="4320" tIns="4320" bIns="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0" lang="en-IN" sz="1200" strike="noStrike" u="none">
                          <a:solidFill>
                            <a:schemeClr val="dk1"/>
                          </a:solidFill>
                          <a:uFillTx/>
                          <a:latin typeface="Calibri"/>
                          <a:ea typeface="Calibri"/>
                        </a:rPr>
                        <a:t>No. of Inventors</a:t>
                      </a:r>
                      <a:endParaRPr b="0" lang="en-IN" sz="1200" strike="noStrike" u="none">
                        <a:solidFill>
                          <a:srgbClr val="000000"/>
                        </a:solidFill>
                        <a:uFillTx/>
                        <a:latin typeface="Arial"/>
                      </a:endParaRPr>
                    </a:p>
                  </a:txBody>
                  <a:tcPr anchor="t" marL="4320" marR="43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8ebf5"/>
                    </a:solidFill>
                  </a:tcPr>
                </a:tc>
                <a:tc>
                  <a:txBody>
                    <a:bodyPr lIns="4320" rIns="4320" tIns="4320" bIns="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en-IN" sz="1100" strike="noStrike" u="none">
                          <a:solidFill>
                            <a:schemeClr val="dk1"/>
                          </a:solidFill>
                          <a:uFillTx/>
                          <a:latin typeface="Calibri"/>
                          <a:ea typeface="Calibri"/>
                        </a:rPr>
                        <a:t>1 (Founder-led prototype)</a:t>
                      </a:r>
                      <a:endParaRPr b="0" lang="en-IN" sz="1100" strike="noStrike" u="none">
                        <a:solidFill>
                          <a:srgbClr val="000000"/>
                        </a:solidFill>
                        <a:uFillTx/>
                        <a:latin typeface="Arial"/>
                      </a:endParaRPr>
                    </a:p>
                  </a:txBody>
                  <a:tcPr anchor="t" marL="4320" marR="43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8ebf5"/>
                    </a:solidFill>
                  </a:tcPr>
                </a:tc>
              </a:tr>
              <a:tr h="293040">
                <a:tc>
                  <a:txBody>
                    <a:bodyPr lIns="4320" rIns="4320" tIns="4320" bIns="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0" lang="en-IN" sz="1200" strike="noStrike" u="none">
                          <a:solidFill>
                            <a:schemeClr val="dk1"/>
                          </a:solidFill>
                          <a:uFillTx/>
                          <a:latin typeface="Calibri"/>
                          <a:ea typeface="Calibri"/>
                        </a:rPr>
                        <a:t>2</a:t>
                      </a:r>
                      <a:endParaRPr b="0" lang="en-IN" sz="1200" strike="noStrike" u="none">
                        <a:solidFill>
                          <a:srgbClr val="000000"/>
                        </a:solidFill>
                        <a:uFillTx/>
                        <a:latin typeface="Arial"/>
                      </a:endParaRPr>
                    </a:p>
                  </a:txBody>
                  <a:tcPr anchor="t" marL="4320" marR="43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8ebf5"/>
                    </a:solidFill>
                  </a:tcPr>
                </a:tc>
                <a:tc>
                  <a:txBody>
                    <a:bodyPr lIns="4320" rIns="4320" tIns="4320" bIns="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0" lang="en-IN" sz="1200" strike="noStrike" u="none">
                          <a:solidFill>
                            <a:schemeClr val="dk1"/>
                          </a:solidFill>
                          <a:uFillTx/>
                          <a:latin typeface="Calibri"/>
                          <a:ea typeface="Calibri"/>
                        </a:rPr>
                        <a:t>Total Market Size</a:t>
                      </a:r>
                      <a:endParaRPr b="0" lang="en-IN" sz="1200" strike="noStrike" u="none">
                        <a:solidFill>
                          <a:srgbClr val="000000"/>
                        </a:solidFill>
                        <a:uFillTx/>
                        <a:latin typeface="Arial"/>
                      </a:endParaRPr>
                    </a:p>
                  </a:txBody>
                  <a:tcPr anchor="t" marL="4320" marR="43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8ebf5"/>
                    </a:solidFill>
                  </a:tcPr>
                </a:tc>
                <a:tc>
                  <a:txBody>
                    <a:bodyPr lIns="4320" rIns="4320" tIns="4320" bIns="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en-IN" sz="1100" strike="noStrike" u="none">
                          <a:solidFill>
                            <a:schemeClr val="dk1"/>
                          </a:solidFill>
                          <a:uFillTx/>
                          <a:latin typeface="Calibri"/>
                          <a:ea typeface="Calibri"/>
                        </a:rPr>
                        <a:t>India agritech opportunity ~US$24B; smart agriculture projected to ~US$3.8B by 2033; agrochemical market ~Rs 69,000 Cr FY24</a:t>
                      </a:r>
                      <a:endParaRPr b="0" lang="en-IN" sz="1100" strike="noStrike" u="none">
                        <a:solidFill>
                          <a:srgbClr val="000000"/>
                        </a:solidFill>
                        <a:uFillTx/>
                        <a:latin typeface="Arial"/>
                      </a:endParaRPr>
                    </a:p>
                  </a:txBody>
                  <a:tcPr anchor="t" marL="4320" marR="43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8ebf5"/>
                    </a:solidFill>
                  </a:tcPr>
                </a:tc>
              </a:tr>
              <a:tr h="336960">
                <a:tc>
                  <a:txBody>
                    <a:bodyPr lIns="4320" rIns="4320" tIns="4320" bIns="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0" lang="en-IN" sz="1200" strike="noStrike" u="none">
                          <a:solidFill>
                            <a:schemeClr val="dk1"/>
                          </a:solidFill>
                          <a:uFillTx/>
                          <a:latin typeface="Calibri"/>
                          <a:ea typeface="Calibri"/>
                        </a:rPr>
                        <a:t>3</a:t>
                      </a:r>
                      <a:endParaRPr b="0" lang="en-IN" sz="1200" strike="noStrike" u="none">
                        <a:solidFill>
                          <a:srgbClr val="000000"/>
                        </a:solidFill>
                        <a:uFillTx/>
                        <a:latin typeface="Arial"/>
                      </a:endParaRPr>
                    </a:p>
                  </a:txBody>
                  <a:tcPr anchor="t" marL="4320" marR="43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8ebf5"/>
                    </a:solidFill>
                  </a:tcPr>
                </a:tc>
                <a:tc>
                  <a:txBody>
                    <a:bodyPr lIns="4320" rIns="4320" tIns="4320" bIns="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0" lang="en-IN" sz="1200" strike="noStrike" u="none">
                          <a:solidFill>
                            <a:schemeClr val="dk1"/>
                          </a:solidFill>
                          <a:uFillTx/>
                          <a:latin typeface="Calibri"/>
                          <a:ea typeface="Calibri"/>
                        </a:rPr>
                        <a:t>Novelty in this Idea</a:t>
                      </a:r>
                      <a:endParaRPr b="0" lang="en-IN" sz="1200" strike="noStrike" u="none">
                        <a:solidFill>
                          <a:srgbClr val="000000"/>
                        </a:solidFill>
                        <a:uFillTx/>
                        <a:latin typeface="Arial"/>
                      </a:endParaRPr>
                    </a:p>
                  </a:txBody>
                  <a:tcPr anchor="t" marL="4320" marR="43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8ebf5"/>
                    </a:solidFill>
                  </a:tcPr>
                </a:tc>
                <a:tc>
                  <a:txBody>
                    <a:bodyPr lIns="4320" rIns="4320" tIns="4320" bIns="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en-IN" sz="1100" strike="noStrike" u="none">
                          <a:solidFill>
                            <a:schemeClr val="dk1"/>
                          </a:solidFill>
                          <a:uFillTx/>
                          <a:latin typeface="Calibri"/>
                          <a:ea typeface="Calibri"/>
                        </a:rPr>
                        <a:t>SLM-first, source-grounded, feedback-learning agricultural assistant with future offline potential</a:t>
                      </a:r>
                      <a:endParaRPr b="0" lang="en-IN" sz="1100" strike="noStrike" u="none">
                        <a:solidFill>
                          <a:srgbClr val="000000"/>
                        </a:solidFill>
                        <a:uFillTx/>
                        <a:latin typeface="Arial"/>
                      </a:endParaRPr>
                    </a:p>
                  </a:txBody>
                  <a:tcPr anchor="t" marL="4320" marR="43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8ebf5"/>
                    </a:solidFill>
                  </a:tcPr>
                </a:tc>
              </a:tr>
              <a:tr h="286200">
                <a:tc>
                  <a:txBody>
                    <a:bodyPr lIns="4320" rIns="4320" tIns="4320" bIns="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0" lang="en-IN" sz="1200" strike="noStrike" u="none">
                          <a:solidFill>
                            <a:srgbClr val="000000"/>
                          </a:solidFill>
                          <a:uFillTx/>
                          <a:latin typeface="Calibri"/>
                          <a:ea typeface="Calibri"/>
                        </a:rPr>
                        <a:t>4</a:t>
                      </a:r>
                      <a:endParaRPr b="0" lang="en-IN" sz="1200" strike="noStrike" u="none">
                        <a:solidFill>
                          <a:srgbClr val="000000"/>
                        </a:solidFill>
                        <a:uFillTx/>
                        <a:latin typeface="Arial"/>
                      </a:endParaRPr>
                    </a:p>
                  </a:txBody>
                  <a:tcPr anchor="t" marL="4320" marR="43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8ebf5"/>
                    </a:solidFill>
                  </a:tcPr>
                </a:tc>
                <a:tc>
                  <a:txBody>
                    <a:bodyPr lIns="4320" rIns="4320" tIns="4320" bIns="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0" lang="en-IN" sz="1200" strike="noStrike" u="none">
                          <a:solidFill>
                            <a:schemeClr val="dk1"/>
                          </a:solidFill>
                          <a:uFillTx/>
                          <a:latin typeface="Calibri"/>
                          <a:ea typeface="Calibri"/>
                        </a:rPr>
                        <a:t>Funding till now</a:t>
                      </a:r>
                      <a:endParaRPr b="0" lang="en-IN" sz="1200" strike="noStrike" u="none">
                        <a:solidFill>
                          <a:srgbClr val="000000"/>
                        </a:solidFill>
                        <a:uFillTx/>
                        <a:latin typeface="Arial"/>
                      </a:endParaRPr>
                    </a:p>
                  </a:txBody>
                  <a:tcPr anchor="t" marL="4320" marR="43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8ebf5"/>
                    </a:solidFill>
                  </a:tcPr>
                </a:tc>
                <a:tc>
                  <a:txBody>
                    <a:bodyPr lIns="4320" rIns="4320" tIns="4320" bIns="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en-IN" sz="1100" strike="noStrike" u="none">
                          <a:solidFill>
                            <a:schemeClr val="dk1"/>
                          </a:solidFill>
                          <a:uFillTx/>
                          <a:latin typeface="Calibri"/>
                          <a:ea typeface="Calibri"/>
                        </a:rPr>
                        <a:t>Bootstrapped / internal effort; no major private investment yet</a:t>
                      </a:r>
                      <a:endParaRPr b="0" lang="en-IN" sz="1100" strike="noStrike" u="none">
                        <a:solidFill>
                          <a:srgbClr val="000000"/>
                        </a:solidFill>
                        <a:uFillTx/>
                        <a:latin typeface="Arial"/>
                      </a:endParaRPr>
                    </a:p>
                  </a:txBody>
                  <a:tcPr anchor="t" marL="4320" marR="43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8ebf5"/>
                    </a:solidFill>
                  </a:tcPr>
                </a:tc>
              </a:tr>
              <a:tr h="300960">
                <a:tc>
                  <a:txBody>
                    <a:bodyPr lIns="4320" rIns="4320" tIns="4320" bIns="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0" lang="en-IN" sz="1200" strike="noStrike" u="none">
                          <a:solidFill>
                            <a:srgbClr val="000000"/>
                          </a:solidFill>
                          <a:uFillTx/>
                          <a:latin typeface="Calibri"/>
                          <a:ea typeface="Calibri"/>
                        </a:rPr>
                        <a:t>5</a:t>
                      </a:r>
                      <a:endParaRPr b="0" lang="en-IN" sz="1200" strike="noStrike" u="none">
                        <a:solidFill>
                          <a:srgbClr val="000000"/>
                        </a:solidFill>
                        <a:uFillTx/>
                        <a:latin typeface="Arial"/>
                      </a:endParaRPr>
                    </a:p>
                  </a:txBody>
                  <a:tcPr anchor="t" marL="4320" marR="43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8ebf5"/>
                    </a:solidFill>
                  </a:tcPr>
                </a:tc>
                <a:tc>
                  <a:txBody>
                    <a:bodyPr lIns="4320" rIns="4320" tIns="4320" bIns="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0" lang="en-IN" sz="1200" strike="noStrike" u="none">
                          <a:solidFill>
                            <a:schemeClr val="dk1"/>
                          </a:solidFill>
                          <a:uFillTx/>
                          <a:latin typeface="Calibri"/>
                          <a:ea typeface="Calibri"/>
                        </a:rPr>
                        <a:t>Patent Filed(Date and Number)</a:t>
                      </a:r>
                      <a:endParaRPr b="0" lang="en-IN" sz="1200" strike="noStrike" u="none">
                        <a:solidFill>
                          <a:srgbClr val="000000"/>
                        </a:solidFill>
                        <a:uFillTx/>
                        <a:latin typeface="Arial"/>
                      </a:endParaRPr>
                    </a:p>
                  </a:txBody>
                  <a:tcPr anchor="t" marL="4320" marR="43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8ebf5"/>
                    </a:solidFill>
                  </a:tcPr>
                </a:tc>
                <a:tc>
                  <a:txBody>
                    <a:bodyPr lIns="4320" rIns="4320" tIns="4320" bIns="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en-IN" sz="1100" strike="noStrike" u="none">
                          <a:solidFill>
                            <a:schemeClr val="dk1"/>
                          </a:solidFill>
                          <a:uFillTx/>
                          <a:latin typeface="Calibri"/>
                          <a:ea typeface="Calibri"/>
                        </a:rPr>
                        <a:t>Not filed yet; filing planned after beta validation</a:t>
                      </a:r>
                      <a:endParaRPr b="0" lang="en-IN" sz="1100" strike="noStrike" u="none">
                        <a:solidFill>
                          <a:srgbClr val="000000"/>
                        </a:solidFill>
                        <a:uFillTx/>
                        <a:latin typeface="Arial"/>
                      </a:endParaRPr>
                    </a:p>
                  </a:txBody>
                  <a:tcPr anchor="t" marL="4320" marR="43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8ebf5"/>
                    </a:solidFill>
                  </a:tcPr>
                </a:tc>
              </a:tr>
              <a:tr h="271440">
                <a:tc>
                  <a:txBody>
                    <a:bodyPr lIns="4320" rIns="4320" tIns="4320" bIns="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0" lang="en-IN" sz="1200" strike="noStrike" u="none">
                          <a:solidFill>
                            <a:srgbClr val="000000"/>
                          </a:solidFill>
                          <a:uFillTx/>
                          <a:latin typeface="Calibri"/>
                          <a:ea typeface="Calibri"/>
                        </a:rPr>
                        <a:t>6</a:t>
                      </a:r>
                      <a:endParaRPr b="0" lang="en-IN" sz="1200" strike="noStrike" u="none">
                        <a:solidFill>
                          <a:srgbClr val="000000"/>
                        </a:solidFill>
                        <a:uFillTx/>
                        <a:latin typeface="Arial"/>
                      </a:endParaRPr>
                    </a:p>
                  </a:txBody>
                  <a:tcPr anchor="t" marL="4320" marR="43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8ebf5"/>
                    </a:solidFill>
                  </a:tcPr>
                </a:tc>
                <a:tc>
                  <a:txBody>
                    <a:bodyPr lIns="4320" rIns="4320" tIns="4320" bIns="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0" lang="en-IN" sz="1200" strike="noStrike" u="none">
                          <a:solidFill>
                            <a:schemeClr val="dk1"/>
                          </a:solidFill>
                          <a:uFillTx/>
                          <a:latin typeface="Calibri"/>
                          <a:ea typeface="Calibri"/>
                        </a:rPr>
                        <a:t>Patent Granted</a:t>
                      </a:r>
                      <a:endParaRPr b="0" lang="en-IN" sz="1200" strike="noStrike" u="none">
                        <a:solidFill>
                          <a:srgbClr val="000000"/>
                        </a:solidFill>
                        <a:uFillTx/>
                        <a:latin typeface="Arial"/>
                      </a:endParaRPr>
                    </a:p>
                  </a:txBody>
                  <a:tcPr anchor="t" marL="4320" marR="43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8ebf5"/>
                    </a:solidFill>
                  </a:tcPr>
                </a:tc>
                <a:tc>
                  <a:txBody>
                    <a:bodyPr lIns="4320" rIns="4320" tIns="4320" bIns="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en-IN" sz="1100" strike="noStrike" u="none">
                          <a:solidFill>
                            <a:schemeClr val="dk1"/>
                          </a:solidFill>
                          <a:uFillTx/>
                          <a:latin typeface="Calibri"/>
                          <a:ea typeface="Calibri"/>
                        </a:rPr>
                        <a:t>No</a:t>
                      </a:r>
                      <a:endParaRPr b="0" lang="en-IN" sz="1100" strike="noStrike" u="none">
                        <a:solidFill>
                          <a:srgbClr val="000000"/>
                        </a:solidFill>
                        <a:uFillTx/>
                        <a:latin typeface="Arial"/>
                      </a:endParaRPr>
                    </a:p>
                  </a:txBody>
                  <a:tcPr anchor="t" marL="4320" marR="43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8ebf5"/>
                    </a:solidFill>
                  </a:tcPr>
                </a:tc>
              </a:tr>
              <a:tr h="307800">
                <a:tc>
                  <a:txBody>
                    <a:bodyPr lIns="4320" rIns="4320" tIns="4320" bIns="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0" lang="en-IN" sz="1200" strike="noStrike" u="none">
                          <a:solidFill>
                            <a:srgbClr val="000000"/>
                          </a:solidFill>
                          <a:uFillTx/>
                          <a:latin typeface="Calibri"/>
                          <a:ea typeface="Calibri"/>
                        </a:rPr>
                        <a:t>7</a:t>
                      </a:r>
                      <a:endParaRPr b="0" lang="en-IN" sz="1200" strike="noStrike" u="none">
                        <a:solidFill>
                          <a:srgbClr val="000000"/>
                        </a:solidFill>
                        <a:uFillTx/>
                        <a:latin typeface="Arial"/>
                      </a:endParaRPr>
                    </a:p>
                  </a:txBody>
                  <a:tcPr anchor="t" marL="4320" marR="43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8ebf5"/>
                    </a:solidFill>
                  </a:tcPr>
                </a:tc>
                <a:tc>
                  <a:txBody>
                    <a:bodyPr lIns="4320" rIns="4320" tIns="4320" bIns="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0" lang="en-IN" sz="1200" strike="noStrike" u="none">
                          <a:solidFill>
                            <a:schemeClr val="dk1"/>
                          </a:solidFill>
                          <a:uFillTx/>
                          <a:latin typeface="Calibri"/>
                          <a:ea typeface="Calibri"/>
                        </a:rPr>
                        <a:t>Category: General/SC/ST/OBC</a:t>
                      </a:r>
                      <a:endParaRPr b="0" lang="en-IN" sz="1200" strike="noStrike" u="none">
                        <a:solidFill>
                          <a:srgbClr val="000000"/>
                        </a:solidFill>
                        <a:uFillTx/>
                        <a:latin typeface="Arial"/>
                      </a:endParaRPr>
                    </a:p>
                  </a:txBody>
                  <a:tcPr anchor="t" marL="4320" marR="43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8ebf5"/>
                    </a:solidFill>
                  </a:tcPr>
                </a:tc>
                <a:tc>
                  <a:txBody>
                    <a:bodyPr lIns="4320" rIns="4320" tIns="4320" bIns="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en-IN" sz="1100" strike="noStrike" u="none">
                          <a:solidFill>
                            <a:schemeClr val="dk1"/>
                          </a:solidFill>
                          <a:uFillTx/>
                          <a:latin typeface="Calibri"/>
                          <a:ea typeface="Calibri"/>
                        </a:rPr>
                        <a:t>To be filled by applicant</a:t>
                      </a:r>
                      <a:endParaRPr b="0" lang="en-IN" sz="1100" strike="noStrike" u="none">
                        <a:solidFill>
                          <a:srgbClr val="000000"/>
                        </a:solidFill>
                        <a:uFillTx/>
                        <a:latin typeface="Arial"/>
                      </a:endParaRPr>
                    </a:p>
                  </a:txBody>
                  <a:tcPr anchor="t" marL="4320" marR="43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8ebf5"/>
                    </a:solidFill>
                  </a:tcPr>
                </a:tc>
              </a:tr>
              <a:tr h="351720">
                <a:tc>
                  <a:txBody>
                    <a:bodyPr lIns="4320" rIns="4320" tIns="4320" bIns="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0" lang="en-IN" sz="1200" strike="noStrike" u="none">
                          <a:solidFill>
                            <a:schemeClr val="dk1"/>
                          </a:solidFill>
                          <a:uFillTx/>
                          <a:latin typeface="Calibri"/>
                          <a:ea typeface="Calibri"/>
                        </a:rPr>
                        <a:t>8</a:t>
                      </a:r>
                      <a:endParaRPr b="0" lang="en-IN" sz="1200" strike="noStrike" u="none">
                        <a:solidFill>
                          <a:srgbClr val="000000"/>
                        </a:solidFill>
                        <a:uFillTx/>
                        <a:latin typeface="Arial"/>
                      </a:endParaRPr>
                    </a:p>
                  </a:txBody>
                  <a:tcPr anchor="t" marL="4320" marR="43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8ebf5"/>
                    </a:solidFill>
                  </a:tcPr>
                </a:tc>
                <a:tc>
                  <a:txBody>
                    <a:bodyPr lIns="4320" rIns="4320" tIns="4320" bIns="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0" lang="en-IN" sz="1200" strike="noStrike" u="none">
                          <a:solidFill>
                            <a:schemeClr val="dk1"/>
                          </a:solidFill>
                          <a:uFillTx/>
                          <a:latin typeface="Calibri"/>
                          <a:ea typeface="Calibri"/>
                        </a:rPr>
                        <a:t>Expectation from IHFC(in lacs)</a:t>
                      </a:r>
                      <a:endParaRPr b="0" lang="en-IN" sz="1200" strike="noStrike" u="none">
                        <a:solidFill>
                          <a:srgbClr val="000000"/>
                        </a:solidFill>
                        <a:uFillTx/>
                        <a:latin typeface="Arial"/>
                      </a:endParaRPr>
                    </a:p>
                  </a:txBody>
                  <a:tcPr anchor="t" marL="4320" marR="43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8ebf5"/>
                    </a:solidFill>
                  </a:tcPr>
                </a:tc>
                <a:tc>
                  <a:txBody>
                    <a:bodyPr lIns="4320" rIns="4320" tIns="4320" bIns="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en-IN" sz="1100" strike="noStrike" u="none">
                          <a:solidFill>
                            <a:schemeClr val="dk1"/>
                          </a:solidFill>
                          <a:uFillTx/>
                          <a:latin typeface="Calibri"/>
                          <a:ea typeface="Calibri"/>
                        </a:rPr>
                        <a:t>25</a:t>
                      </a:r>
                      <a:endParaRPr b="0" lang="en-IN" sz="1100" strike="noStrike" u="none">
                        <a:solidFill>
                          <a:srgbClr val="000000"/>
                        </a:solidFill>
                        <a:uFillTx/>
                        <a:latin typeface="Arial"/>
                      </a:endParaRPr>
                    </a:p>
                  </a:txBody>
                  <a:tcPr anchor="t" marL="4320" marR="43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8ebf5"/>
                    </a:solidFill>
                  </a:tcPr>
                </a:tc>
              </a:tr>
              <a:tr h="453960">
                <a:tc>
                  <a:txBody>
                    <a:bodyPr lIns="4320" rIns="4320" tIns="4320" bIns="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0" lang="en-IN" sz="1200" strike="noStrike" u="none">
                          <a:solidFill>
                            <a:srgbClr val="000000"/>
                          </a:solidFill>
                          <a:uFillTx/>
                          <a:latin typeface="Calibri"/>
                          <a:ea typeface="Calibri"/>
                        </a:rPr>
                        <a:t>9</a:t>
                      </a:r>
                      <a:endParaRPr b="0" lang="en-IN" sz="1200" strike="noStrike" u="none">
                        <a:solidFill>
                          <a:srgbClr val="000000"/>
                        </a:solidFill>
                        <a:uFillTx/>
                        <a:latin typeface="Arial"/>
                      </a:endParaRPr>
                    </a:p>
                  </a:txBody>
                  <a:tcPr anchor="t" marL="4320" marR="43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8ebf5"/>
                    </a:solidFill>
                  </a:tcPr>
                </a:tc>
                <a:tc>
                  <a:txBody>
                    <a:bodyPr lIns="4320" rIns="4320" tIns="4320" bIns="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0" lang="en-IN" sz="1200" strike="noStrike" u="none">
                          <a:solidFill>
                            <a:schemeClr val="dk1"/>
                          </a:solidFill>
                          <a:uFillTx/>
                          <a:latin typeface="Calibri"/>
                          <a:ea typeface="Calibri"/>
                        </a:rPr>
                        <a:t>Mentor; Name, Designation, Affiliation, email ID and Phone Number</a:t>
                      </a:r>
                      <a:endParaRPr b="0" lang="en-IN" sz="1200" strike="noStrike" u="none">
                        <a:solidFill>
                          <a:srgbClr val="000000"/>
                        </a:solidFill>
                        <a:uFillTx/>
                        <a:latin typeface="Arial"/>
                      </a:endParaRPr>
                    </a:p>
                  </a:txBody>
                  <a:tcPr anchor="t" marL="4320" marR="43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8ebf5"/>
                    </a:solidFill>
                  </a:tcPr>
                </a:tc>
                <a:tc>
                  <a:txBody>
                    <a:bodyPr lIns="4320" rIns="4320" tIns="4320" bIns="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en-IN" sz="1100" strike="noStrike" u="none">
                          <a:solidFill>
                            <a:schemeClr val="dk1"/>
                          </a:solidFill>
                          <a:uFillTx/>
                          <a:latin typeface="Calibri"/>
                          <a:ea typeface="Calibri"/>
                        </a:rPr>
                        <a:t>To be finalized with domain / commercialization mentor</a:t>
                      </a:r>
                      <a:endParaRPr b="0" lang="en-IN" sz="1100" strike="noStrike" u="none">
                        <a:solidFill>
                          <a:srgbClr val="000000"/>
                        </a:solidFill>
                        <a:uFillTx/>
                        <a:latin typeface="Arial"/>
                      </a:endParaRPr>
                    </a:p>
                  </a:txBody>
                  <a:tcPr anchor="t" marL="4320" marR="43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8ebf5"/>
                    </a:solidFill>
                  </a:tcPr>
                </a:tc>
              </a:tr>
              <a:tr h="453960">
                <a:tc>
                  <a:txBody>
                    <a:bodyPr lIns="4320" rIns="4320" tIns="4320" bIns="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0" lang="en-IN" sz="1200" strike="noStrike" u="none">
                          <a:solidFill>
                            <a:schemeClr val="dk1"/>
                          </a:solidFill>
                          <a:uFillTx/>
                          <a:latin typeface="Calibri"/>
                          <a:ea typeface="Calibri"/>
                        </a:rPr>
                        <a:t>10</a:t>
                      </a:r>
                      <a:endParaRPr b="0" lang="en-IN" sz="1200" strike="noStrike" u="none">
                        <a:solidFill>
                          <a:srgbClr val="000000"/>
                        </a:solidFill>
                        <a:uFillTx/>
                        <a:latin typeface="Arial"/>
                      </a:endParaRPr>
                    </a:p>
                  </a:txBody>
                  <a:tcPr anchor="t" marL="4320" marR="43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8ebf5"/>
                    </a:solidFill>
                  </a:tcPr>
                </a:tc>
                <a:tc>
                  <a:txBody>
                    <a:bodyPr lIns="4320" rIns="4320" tIns="4320" bIns="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0" lang="en-IN" sz="1200" strike="noStrike" u="none">
                          <a:solidFill>
                            <a:schemeClr val="dk1"/>
                          </a:solidFill>
                          <a:uFillTx/>
                          <a:latin typeface="Calibri"/>
                          <a:ea typeface="Calibri"/>
                        </a:rPr>
                        <a:t>Contribution of Mentor in Product(Individual Contribution)</a:t>
                      </a:r>
                      <a:endParaRPr b="0" lang="en-IN" sz="1200" strike="noStrike" u="none">
                        <a:solidFill>
                          <a:srgbClr val="000000"/>
                        </a:solidFill>
                        <a:uFillTx/>
                        <a:latin typeface="Arial"/>
                      </a:endParaRPr>
                    </a:p>
                  </a:txBody>
                  <a:tcPr anchor="t" marL="4320" marR="43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8ebf5"/>
                    </a:solidFill>
                  </a:tcPr>
                </a:tc>
                <a:tc>
                  <a:txBody>
                    <a:bodyPr lIns="4320" rIns="4320" tIns="4320" bIns="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en-IN" sz="1100" strike="noStrike" u="none">
                          <a:solidFill>
                            <a:schemeClr val="dk1"/>
                          </a:solidFill>
                          <a:uFillTx/>
                          <a:latin typeface="Calibri"/>
                          <a:ea typeface="Calibri"/>
                        </a:rPr>
                        <a:t>Product validation, GTM strategy, field-pilot access, and commercialization guidance</a:t>
                      </a:r>
                      <a:endParaRPr b="0" lang="en-IN" sz="1100" strike="noStrike" u="none">
                        <a:solidFill>
                          <a:srgbClr val="000000"/>
                        </a:solidFill>
                        <a:uFillTx/>
                        <a:latin typeface="Arial"/>
                      </a:endParaRPr>
                    </a:p>
                  </a:txBody>
                  <a:tcPr anchor="t" marL="4320" marR="43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8ebf5"/>
                    </a:solidFill>
                  </a:tcPr>
                </a:tc>
              </a:tr>
              <a:tr h="366120">
                <a:tc>
                  <a:txBody>
                    <a:bodyPr lIns="4320" rIns="4320" tIns="4320" bIns="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0" lang="en-IN" sz="1200" strike="noStrike" u="none">
                          <a:solidFill>
                            <a:schemeClr val="dk1"/>
                          </a:solidFill>
                          <a:uFillTx/>
                          <a:latin typeface="Arial"/>
                          <a:ea typeface="Arial"/>
                        </a:rPr>
                        <a:t>11</a:t>
                      </a:r>
                      <a:endParaRPr b="0" lang="en-IN" sz="1200" strike="noStrike" u="none">
                        <a:solidFill>
                          <a:srgbClr val="000000"/>
                        </a:solidFill>
                        <a:uFillTx/>
                        <a:latin typeface="Arial"/>
                      </a:endParaRPr>
                    </a:p>
                  </a:txBody>
                  <a:tcPr anchor="t" marL="4320" marR="43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8ebf5"/>
                    </a:solidFill>
                  </a:tcPr>
                </a:tc>
                <a:tc>
                  <a:txBody>
                    <a:bodyPr lIns="4320" rIns="4320" tIns="4320" bIns="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0" lang="en-IN" sz="1200" strike="noStrike" u="none">
                          <a:solidFill>
                            <a:schemeClr val="dk1"/>
                          </a:solidFill>
                          <a:uFillTx/>
                          <a:latin typeface="Calibri"/>
                          <a:ea typeface="Calibri"/>
                        </a:rPr>
                        <a:t>Video Attached(Yes/No)</a:t>
                      </a:r>
                      <a:endParaRPr b="0" lang="en-IN" sz="1200" strike="noStrike" u="none">
                        <a:solidFill>
                          <a:srgbClr val="000000"/>
                        </a:solidFill>
                        <a:uFillTx/>
                        <a:latin typeface="Arial"/>
                      </a:endParaRPr>
                    </a:p>
                  </a:txBody>
                  <a:tcPr anchor="t" marL="4320" marR="43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8ebf5"/>
                    </a:solidFill>
                  </a:tcPr>
                </a:tc>
                <a:tc>
                  <a:txBody>
                    <a:bodyPr lIns="4320" rIns="4320" tIns="4320" bIns="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en-IN" sz="1100" strike="noStrike" u="none">
                          <a:solidFill>
                            <a:schemeClr val="dk1"/>
                          </a:solidFill>
                          <a:uFillTx/>
                          <a:latin typeface="Arial"/>
                          <a:ea typeface="Arial"/>
                        </a:rPr>
                        <a:t>No (can be shared on request)</a:t>
                      </a:r>
                      <a:endParaRPr b="0" lang="en-IN" sz="1100" strike="noStrike" u="none">
                        <a:solidFill>
                          <a:srgbClr val="000000"/>
                        </a:solidFill>
                        <a:uFillTx/>
                        <a:latin typeface="Arial"/>
                      </a:endParaRPr>
                    </a:p>
                  </a:txBody>
                  <a:tcPr anchor="t" marL="4320" marR="43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8ebf5"/>
                    </a:solidFill>
                  </a:tcPr>
                </a:tc>
              </a:tr>
            </a:tbl>
          </a:graphicData>
        </a:graphic>
      </p:graphicFrame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theme/theme3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theme/theme4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theme/theme5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theme/theme6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theme/theme7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theme/theme8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theme/theme9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theme/theme10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theme/theme1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71</TotalTime>
  <Application>LibreOffice/24.8.3.2$MacOSX_AARCH64 LibreOffice_project/48a6bac9e7e268aeb4c3483fcf825c94556d9f92</Application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2022-02-25T06:39:00Z</dcterms:created>
  <dc:creator>sushalekshmi su</dc:creator>
  <dc:description/>
  <dc:language>en-IN</dc:language>
  <cp:lastModifiedBy/>
  <dcterms:modified xsi:type="dcterms:W3CDTF">2026-05-14T08:51:13Z</dcterms:modified>
  <cp:revision>5</cp:revision>
  <dc:subject/>
  <dc:title>Presentation on IHFC Call for Patent/Technology/Prototype Commercialization</dc:titl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>919A17CA20B14F3983A51D305934EF2E</vt:lpwstr>
  </property>
  <property fmtid="{D5CDD505-2E9C-101B-9397-08002B2CF9AE}" pid="3" name="KSOProductBuildVer">
    <vt:lpwstr>1033-11.2.0.11306</vt:lpwstr>
  </property>
  <property fmtid="{D5CDD505-2E9C-101B-9397-08002B2CF9AE}" pid="4" name="Notes">
    <vt:r8>13</vt:r8>
  </property>
  <property fmtid="{D5CDD505-2E9C-101B-9397-08002B2CF9AE}" pid="5" name="PresentationFormat">
    <vt:lpwstr>Widescreen</vt:lpwstr>
  </property>
  <property fmtid="{D5CDD505-2E9C-101B-9397-08002B2CF9AE}" pid="6" name="Slides">
    <vt:r8>14</vt:r8>
  </property>
</Properties>
</file>